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7" r:id="rId3"/>
    <p:sldId id="258" r:id="rId4"/>
    <p:sldId id="262" r:id="rId5"/>
    <p:sldId id="263"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E30488-55A3-E22B-9277-E1675C3A875E}" v="7" dt="2025-10-28T20:16:38.268"/>
    <p1510:client id="{D763C23F-E245-A24E-7E6A-63F1D3F28DB4}" v="69" dt="2025-10-27T02:12:50.939"/>
    <p1510:client id="{F630D3DF-2919-45EB-A5BA-D0E0746662A5}" v="14" dt="2025-10-27T20:58:07.712"/>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Yiru" userId="S::yiru.wang@uconn.edu::f22cdc15-5052-4785-9015-329bcd4f0ade" providerId="AD" clId="Web-{D8A795B2-6B22-C918-7E57-9F5FF97873EC}"/>
    <pc:docChg chg="addSld modSld">
      <pc:chgData name="Wang, Yiru" userId="S::yiru.wang@uconn.edu::f22cdc15-5052-4785-9015-329bcd4f0ade" providerId="AD" clId="Web-{D8A795B2-6B22-C918-7E57-9F5FF97873EC}" dt="2025-10-25T00:14:30.687" v="151"/>
      <pc:docMkLst>
        <pc:docMk/>
      </pc:docMkLst>
      <pc:sldChg chg="modSp">
        <pc:chgData name="Wang, Yiru" userId="S::yiru.wang@uconn.edu::f22cdc15-5052-4785-9015-329bcd4f0ade" providerId="AD" clId="Web-{D8A795B2-6B22-C918-7E57-9F5FF97873EC}" dt="2025-10-25T00:04:44.568" v="98"/>
        <pc:sldMkLst>
          <pc:docMk/>
          <pc:sldMk cId="4070684282" sldId="259"/>
        </pc:sldMkLst>
        <pc:graphicFrameChg chg="mod modGraphic">
          <ac:chgData name="Wang, Yiru" userId="S::yiru.wang@uconn.edu::f22cdc15-5052-4785-9015-329bcd4f0ade" providerId="AD" clId="Web-{D8A795B2-6B22-C918-7E57-9F5FF97873EC}" dt="2025-10-25T00:04:44.568" v="98"/>
          <ac:graphicFrameMkLst>
            <pc:docMk/>
            <pc:sldMk cId="4070684282" sldId="259"/>
            <ac:graphicFrameMk id="8" creationId="{E925502B-1727-AADB-8B56-04A8C3100CD7}"/>
          </ac:graphicFrameMkLst>
        </pc:graphicFrameChg>
      </pc:sldChg>
      <pc:sldChg chg="modSp">
        <pc:chgData name="Wang, Yiru" userId="S::yiru.wang@uconn.edu::f22cdc15-5052-4785-9015-329bcd4f0ade" providerId="AD" clId="Web-{D8A795B2-6B22-C918-7E57-9F5FF97873EC}" dt="2025-10-25T00:14:30.687" v="151"/>
        <pc:sldMkLst>
          <pc:docMk/>
          <pc:sldMk cId="874053778" sldId="260"/>
        </pc:sldMkLst>
        <pc:graphicFrameChg chg="mod modGraphic">
          <ac:chgData name="Wang, Yiru" userId="S::yiru.wang@uconn.edu::f22cdc15-5052-4785-9015-329bcd4f0ade" providerId="AD" clId="Web-{D8A795B2-6B22-C918-7E57-9F5FF97873EC}" dt="2025-10-25T00:14:30.687" v="151"/>
          <ac:graphicFrameMkLst>
            <pc:docMk/>
            <pc:sldMk cId="874053778" sldId="260"/>
            <ac:graphicFrameMk id="5" creationId="{7AD7DBCA-2D48-94B6-AA70-EBDF57C691C9}"/>
          </ac:graphicFrameMkLst>
        </pc:graphicFrameChg>
      </pc:sldChg>
      <pc:sldChg chg="modSp">
        <pc:chgData name="Wang, Yiru" userId="S::yiru.wang@uconn.edu::f22cdc15-5052-4785-9015-329bcd4f0ade" providerId="AD" clId="Web-{D8A795B2-6B22-C918-7E57-9F5FF97873EC}" dt="2025-10-24T23:59:09.849" v="1" actId="20577"/>
        <pc:sldMkLst>
          <pc:docMk/>
          <pc:sldMk cId="2348671642" sldId="261"/>
        </pc:sldMkLst>
        <pc:spChg chg="mod">
          <ac:chgData name="Wang, Yiru" userId="S::yiru.wang@uconn.edu::f22cdc15-5052-4785-9015-329bcd4f0ade" providerId="AD" clId="Web-{D8A795B2-6B22-C918-7E57-9F5FF97873EC}" dt="2025-10-24T23:59:09.849" v="1" actId="20577"/>
          <ac:spMkLst>
            <pc:docMk/>
            <pc:sldMk cId="2348671642" sldId="261"/>
            <ac:spMk id="3" creationId="{F1274728-2A5E-C72A-296A-5D35673D5211}"/>
          </ac:spMkLst>
        </pc:spChg>
      </pc:sldChg>
      <pc:sldChg chg="modSp new">
        <pc:chgData name="Wang, Yiru" userId="S::yiru.wang@uconn.edu::f22cdc15-5052-4785-9015-329bcd4f0ade" providerId="AD" clId="Web-{D8A795B2-6B22-C918-7E57-9F5FF97873EC}" dt="2025-10-25T00:12:41.870" v="110" actId="20577"/>
        <pc:sldMkLst>
          <pc:docMk/>
          <pc:sldMk cId="456377351" sldId="262"/>
        </pc:sldMkLst>
        <pc:spChg chg="mod">
          <ac:chgData name="Wang, Yiru" userId="S::yiru.wang@uconn.edu::f22cdc15-5052-4785-9015-329bcd4f0ade" providerId="AD" clId="Web-{D8A795B2-6B22-C918-7E57-9F5FF97873EC}" dt="2025-10-25T00:12:41.870" v="110" actId="20577"/>
          <ac:spMkLst>
            <pc:docMk/>
            <pc:sldMk cId="456377351" sldId="262"/>
            <ac:spMk id="2" creationId="{386B2CBE-A8B9-6C4A-BE73-4FD57C5E0DA1}"/>
          </ac:spMkLst>
        </pc:spChg>
        <pc:spChg chg="mod">
          <ac:chgData name="Wang, Yiru" userId="S::yiru.wang@uconn.edu::f22cdc15-5052-4785-9015-329bcd4f0ade" providerId="AD" clId="Web-{D8A795B2-6B22-C918-7E57-9F5FF97873EC}" dt="2025-10-25T00:12:17.619" v="109" actId="20577"/>
          <ac:spMkLst>
            <pc:docMk/>
            <pc:sldMk cId="456377351" sldId="262"/>
            <ac:spMk id="3" creationId="{670210C7-5F7B-CE7A-82FA-97DD5BF96FDA}"/>
          </ac:spMkLst>
        </pc:spChg>
      </pc:sldChg>
    </pc:docChg>
  </pc:docChgLst>
  <pc:docChgLst>
    <pc:chgData name="Wang, Yiru" userId="S::yiru.wang@uconn.edu::f22cdc15-5052-4785-9015-329bcd4f0ade" providerId="AD" clId="Web-{D763C23F-E245-A24E-7E6A-63F1D3F28DB4}"/>
    <pc:docChg chg="modSld">
      <pc:chgData name="Wang, Yiru" userId="S::yiru.wang@uconn.edu::f22cdc15-5052-4785-9015-329bcd4f0ade" providerId="AD" clId="Web-{D763C23F-E245-A24E-7E6A-63F1D3F28DB4}" dt="2025-10-27T02:12:50.939" v="65" actId="20577"/>
      <pc:docMkLst>
        <pc:docMk/>
      </pc:docMkLst>
      <pc:sldChg chg="addSp delSp modSp mod setBg">
        <pc:chgData name="Wang, Yiru" userId="S::yiru.wang@uconn.edu::f22cdc15-5052-4785-9015-329bcd4f0ade" providerId="AD" clId="Web-{D763C23F-E245-A24E-7E6A-63F1D3F28DB4}" dt="2025-10-27T02:12:50.939" v="65" actId="20577"/>
        <pc:sldMkLst>
          <pc:docMk/>
          <pc:sldMk cId="456377351" sldId="262"/>
        </pc:sldMkLst>
        <pc:spChg chg="mod">
          <ac:chgData name="Wang, Yiru" userId="S::yiru.wang@uconn.edu::f22cdc15-5052-4785-9015-329bcd4f0ade" providerId="AD" clId="Web-{D763C23F-E245-A24E-7E6A-63F1D3F28DB4}" dt="2025-10-27T02:08:34.390" v="54" actId="1076"/>
          <ac:spMkLst>
            <pc:docMk/>
            <pc:sldMk cId="456377351" sldId="262"/>
            <ac:spMk id="2" creationId="{386B2CBE-A8B9-6C4A-BE73-4FD57C5E0DA1}"/>
          </ac:spMkLst>
        </pc:spChg>
        <pc:spChg chg="mod ord">
          <ac:chgData name="Wang, Yiru" userId="S::yiru.wang@uconn.edu::f22cdc15-5052-4785-9015-329bcd4f0ade" providerId="AD" clId="Web-{D763C23F-E245-A24E-7E6A-63F1D3F28DB4}" dt="2025-10-27T02:08:56.359" v="59" actId="1076"/>
          <ac:spMkLst>
            <pc:docMk/>
            <pc:sldMk cId="456377351" sldId="262"/>
            <ac:spMk id="3" creationId="{670210C7-5F7B-CE7A-82FA-97DD5BF96FDA}"/>
          </ac:spMkLst>
        </pc:spChg>
        <pc:spChg chg="add del mod">
          <ac:chgData name="Wang, Yiru" userId="S::yiru.wang@uconn.edu::f22cdc15-5052-4785-9015-329bcd4f0ade" providerId="AD" clId="Web-{D763C23F-E245-A24E-7E6A-63F1D3F28DB4}" dt="2025-10-27T02:08:03.296" v="42"/>
          <ac:spMkLst>
            <pc:docMk/>
            <pc:sldMk cId="456377351" sldId="262"/>
            <ac:spMk id="5" creationId="{2BD2ED34-5A55-904D-060F-B6FB53C03A17}"/>
          </ac:spMkLst>
        </pc:spChg>
        <pc:spChg chg="add mod">
          <ac:chgData name="Wang, Yiru" userId="S::yiru.wang@uconn.edu::f22cdc15-5052-4785-9015-329bcd4f0ade" providerId="AD" clId="Web-{D763C23F-E245-A24E-7E6A-63F1D3F28DB4}" dt="2025-10-27T02:12:50.939" v="65" actId="20577"/>
          <ac:spMkLst>
            <pc:docMk/>
            <pc:sldMk cId="456377351" sldId="262"/>
            <ac:spMk id="6" creationId="{B3B01B14-AB64-D891-F0C7-C33D653A2E96}"/>
          </ac:spMkLst>
        </pc:spChg>
        <pc:spChg chg="add del">
          <ac:chgData name="Wang, Yiru" userId="S::yiru.wang@uconn.edu::f22cdc15-5052-4785-9015-329bcd4f0ade" providerId="AD" clId="Web-{D763C23F-E245-A24E-7E6A-63F1D3F28DB4}" dt="2025-10-27T02:03:29.010" v="2"/>
          <ac:spMkLst>
            <pc:docMk/>
            <pc:sldMk cId="456377351" sldId="262"/>
            <ac:spMk id="9" creationId="{744CAA32-F237-419C-A2DD-43C28D920D3C}"/>
          </ac:spMkLst>
        </pc:spChg>
        <pc:spChg chg="add">
          <ac:chgData name="Wang, Yiru" userId="S::yiru.wang@uconn.edu::f22cdc15-5052-4785-9015-329bcd4f0ade" providerId="AD" clId="Web-{D763C23F-E245-A24E-7E6A-63F1D3F28DB4}" dt="2025-10-27T02:03:29.010" v="3"/>
          <ac:spMkLst>
            <pc:docMk/>
            <pc:sldMk cId="456377351" sldId="262"/>
            <ac:spMk id="13" creationId="{DBDA151C-5770-45E4-AAFF-59E7F403866D}"/>
          </ac:spMkLst>
        </pc:spChg>
        <pc:picChg chg="add mod">
          <ac:chgData name="Wang, Yiru" userId="S::yiru.wang@uconn.edu::f22cdc15-5052-4785-9015-329bcd4f0ade" providerId="AD" clId="Web-{D763C23F-E245-A24E-7E6A-63F1D3F28DB4}" dt="2025-10-27T02:08:58.218" v="60" actId="1076"/>
          <ac:picMkLst>
            <pc:docMk/>
            <pc:sldMk cId="456377351" sldId="262"/>
            <ac:picMk id="4" creationId="{D12B51EC-DAE8-FFFD-D987-417500A9CBE1}"/>
          </ac:picMkLst>
        </pc:picChg>
        <pc:cxnChg chg="add del">
          <ac:chgData name="Wang, Yiru" userId="S::yiru.wang@uconn.edu::f22cdc15-5052-4785-9015-329bcd4f0ade" providerId="AD" clId="Web-{D763C23F-E245-A24E-7E6A-63F1D3F28DB4}" dt="2025-10-27T02:03:29.010" v="2"/>
          <ac:cxnSpMkLst>
            <pc:docMk/>
            <pc:sldMk cId="456377351" sldId="262"/>
            <ac:cxnSpMk id="11" creationId="{92025DBA-8780-9CA0-2826-FF6E3BD1A0C9}"/>
          </ac:cxnSpMkLst>
        </pc:cxnChg>
        <pc:cxnChg chg="add">
          <ac:chgData name="Wang, Yiru" userId="S::yiru.wang@uconn.edu::f22cdc15-5052-4785-9015-329bcd4f0ade" providerId="AD" clId="Web-{D763C23F-E245-A24E-7E6A-63F1D3F28DB4}" dt="2025-10-27T02:03:29.010" v="3"/>
          <ac:cxnSpMkLst>
            <pc:docMk/>
            <pc:sldMk cId="456377351" sldId="262"/>
            <ac:cxnSpMk id="14" creationId="{2EA0F4A6-3CC9-C9E2-BA02-58FA29F7DD8E}"/>
          </ac:cxnSpMkLst>
        </pc:cxnChg>
      </pc:sldChg>
    </pc:docChg>
  </pc:docChgLst>
  <pc:docChgLst>
    <pc:chgData name="Li, Brian" userId="495fb7c1-1d86-443e-8446-afeb15c6c837" providerId="ADAL" clId="{A6BC44D6-2006-4965-B0E5-C9512B42BDB3}"/>
    <pc:docChg chg="undo custSel addSld delSld modSld addMainMaster delMainMaster">
      <pc:chgData name="Li, Brian" userId="495fb7c1-1d86-443e-8446-afeb15c6c837" providerId="ADAL" clId="{A6BC44D6-2006-4965-B0E5-C9512B42BDB3}" dt="2025-10-27T21:04:04.861" v="713" actId="14100"/>
      <pc:docMkLst>
        <pc:docMk/>
      </pc:docMkLst>
      <pc:sldChg chg="addSp delSp modSp new mod setBg modClrScheme setClrOvrMap chgLayout">
        <pc:chgData name="Li, Brian" userId="495fb7c1-1d86-443e-8446-afeb15c6c837" providerId="ADAL" clId="{A6BC44D6-2006-4965-B0E5-C9512B42BDB3}" dt="2025-10-21T23:36:40.602" v="185" actId="20577"/>
        <pc:sldMkLst>
          <pc:docMk/>
          <pc:sldMk cId="1225752630" sldId="256"/>
        </pc:sldMkLst>
        <pc:spChg chg="mod">
          <ac:chgData name="Li, Brian" userId="495fb7c1-1d86-443e-8446-afeb15c6c837" providerId="ADAL" clId="{A6BC44D6-2006-4965-B0E5-C9512B42BDB3}" dt="2025-10-21T23:36:40.602" v="185" actId="20577"/>
          <ac:spMkLst>
            <pc:docMk/>
            <pc:sldMk cId="1225752630" sldId="256"/>
            <ac:spMk id="2" creationId="{0474F126-2307-2A5A-DF3B-7D07F07072E3}"/>
          </ac:spMkLst>
        </pc:spChg>
        <pc:spChg chg="mod">
          <ac:chgData name="Li, Brian" userId="495fb7c1-1d86-443e-8446-afeb15c6c837" providerId="ADAL" clId="{A6BC44D6-2006-4965-B0E5-C9512B42BDB3}" dt="2025-10-21T22:09:44.979" v="42" actId="26606"/>
          <ac:spMkLst>
            <pc:docMk/>
            <pc:sldMk cId="1225752630" sldId="256"/>
            <ac:spMk id="3" creationId="{504D3E8D-3DFD-84DB-81D9-60A56F261F18}"/>
          </ac:spMkLst>
        </pc:spChg>
        <pc:spChg chg="add">
          <ac:chgData name="Li, Brian" userId="495fb7c1-1d86-443e-8446-afeb15c6c837" providerId="ADAL" clId="{A6BC44D6-2006-4965-B0E5-C9512B42BDB3}" dt="2025-10-21T22:18:32.932" v="89" actId="26606"/>
          <ac:spMkLst>
            <pc:docMk/>
            <pc:sldMk cId="1225752630" sldId="256"/>
            <ac:spMk id="23" creationId="{19F9BF86-FE94-4517-B97D-026C7515E589}"/>
          </ac:spMkLst>
        </pc:spChg>
        <pc:picChg chg="add mod">
          <ac:chgData name="Li, Brian" userId="495fb7c1-1d86-443e-8446-afeb15c6c837" providerId="ADAL" clId="{A6BC44D6-2006-4965-B0E5-C9512B42BDB3}" dt="2025-10-21T22:18:32.932" v="89" actId="26606"/>
          <ac:picMkLst>
            <pc:docMk/>
            <pc:sldMk cId="1225752630" sldId="256"/>
            <ac:picMk id="6" creationId="{8CF43E84-75EE-F04A-1D87-7BD56F7C8A65}"/>
          </ac:picMkLst>
        </pc:picChg>
        <pc:cxnChg chg="add">
          <ac:chgData name="Li, Brian" userId="495fb7c1-1d86-443e-8446-afeb15c6c837" providerId="ADAL" clId="{A6BC44D6-2006-4965-B0E5-C9512B42BDB3}" dt="2025-10-21T22:18:32.932" v="89" actId="26606"/>
          <ac:cxnSpMkLst>
            <pc:docMk/>
            <pc:sldMk cId="1225752630" sldId="256"/>
            <ac:cxnSpMk id="25" creationId="{426B4E86-32C4-273A-1ADF-6B44243549D7}"/>
          </ac:cxnSpMkLst>
        </pc:cxnChg>
      </pc:sldChg>
      <pc:sldChg chg="addSp delSp modSp new mod setBg">
        <pc:chgData name="Li, Brian" userId="495fb7c1-1d86-443e-8446-afeb15c6c837" providerId="ADAL" clId="{A6BC44D6-2006-4965-B0E5-C9512B42BDB3}" dt="2025-10-27T20:30:26.996" v="478" actId="33524"/>
        <pc:sldMkLst>
          <pc:docMk/>
          <pc:sldMk cId="1521650450" sldId="257"/>
        </pc:sldMkLst>
        <pc:spChg chg="add del mod">
          <ac:chgData name="Li, Brian" userId="495fb7c1-1d86-443e-8446-afeb15c6c837" providerId="ADAL" clId="{A6BC44D6-2006-4965-B0E5-C9512B42BDB3}" dt="2025-10-21T23:43:48.142" v="240" actId="26606"/>
          <ac:spMkLst>
            <pc:docMk/>
            <pc:sldMk cId="1521650450" sldId="257"/>
            <ac:spMk id="2" creationId="{4668D5B6-D26E-E4AB-7D6C-35A0E479FEF1}"/>
          </ac:spMkLst>
        </pc:spChg>
        <pc:spChg chg="mod ord">
          <ac:chgData name="Li, Brian" userId="495fb7c1-1d86-443e-8446-afeb15c6c837" providerId="ADAL" clId="{A6BC44D6-2006-4965-B0E5-C9512B42BDB3}" dt="2025-10-27T20:30:26.996" v="478" actId="33524"/>
          <ac:spMkLst>
            <pc:docMk/>
            <pc:sldMk cId="1521650450" sldId="257"/>
            <ac:spMk id="3" creationId="{8DD1D8AA-B54D-479E-71C3-595DD094BA46}"/>
          </ac:spMkLst>
        </pc:spChg>
        <pc:spChg chg="add">
          <ac:chgData name="Li, Brian" userId="495fb7c1-1d86-443e-8446-afeb15c6c837" providerId="ADAL" clId="{A6BC44D6-2006-4965-B0E5-C9512B42BDB3}" dt="2025-10-21T23:43:48.142" v="240" actId="26606"/>
          <ac:spMkLst>
            <pc:docMk/>
            <pc:sldMk cId="1521650450" sldId="257"/>
            <ac:spMk id="11" creationId="{744CAA32-F237-419C-A2DD-43C28D920D3C}"/>
          </ac:spMkLst>
        </pc:spChg>
        <pc:spChg chg="add">
          <ac:chgData name="Li, Brian" userId="495fb7c1-1d86-443e-8446-afeb15c6c837" providerId="ADAL" clId="{A6BC44D6-2006-4965-B0E5-C9512B42BDB3}" dt="2025-10-21T23:43:48.142" v="240" actId="26606"/>
          <ac:spMkLst>
            <pc:docMk/>
            <pc:sldMk cId="1521650450" sldId="257"/>
            <ac:spMk id="13" creationId="{F7017262-EEEC-4F5E-917D-A55E68A1194C}"/>
          </ac:spMkLst>
        </pc:spChg>
        <pc:picChg chg="add mod ord">
          <ac:chgData name="Li, Brian" userId="495fb7c1-1d86-443e-8446-afeb15c6c837" providerId="ADAL" clId="{A6BC44D6-2006-4965-B0E5-C9512B42BDB3}" dt="2025-10-21T23:43:48.142" v="240" actId="26606"/>
          <ac:picMkLst>
            <pc:docMk/>
            <pc:sldMk cId="1521650450" sldId="257"/>
            <ac:picMk id="9" creationId="{DABA8ADF-A4C6-95D6-999A-170419E0D537}"/>
          </ac:picMkLst>
        </pc:picChg>
        <pc:cxnChg chg="add">
          <ac:chgData name="Li, Brian" userId="495fb7c1-1d86-443e-8446-afeb15c6c837" providerId="ADAL" clId="{A6BC44D6-2006-4965-B0E5-C9512B42BDB3}" dt="2025-10-21T23:43:48.142" v="240" actId="26606"/>
          <ac:cxnSpMkLst>
            <pc:docMk/>
            <pc:sldMk cId="1521650450" sldId="257"/>
            <ac:cxnSpMk id="15" creationId="{9A3EDAAA-869E-4AA2-A7CE-BF2C025963E8}"/>
          </ac:cxnSpMkLst>
        </pc:cxnChg>
      </pc:sldChg>
      <pc:sldChg chg="modSp add">
        <pc:chgData name="Li, Brian" userId="495fb7c1-1d86-443e-8446-afeb15c6c837" providerId="ADAL" clId="{A6BC44D6-2006-4965-B0E5-C9512B42BDB3}" dt="2025-10-21T22:19:24.691" v="102"/>
        <pc:sldMkLst>
          <pc:docMk/>
          <pc:sldMk cId="4070684282" sldId="259"/>
        </pc:sldMkLst>
        <pc:spChg chg="mod">
          <ac:chgData name="Li, Brian" userId="495fb7c1-1d86-443e-8446-afeb15c6c837" providerId="ADAL" clId="{A6BC44D6-2006-4965-B0E5-C9512B42BDB3}" dt="2025-10-21T22:19:24.691" v="102"/>
          <ac:spMkLst>
            <pc:docMk/>
            <pc:sldMk cId="4070684282" sldId="259"/>
            <ac:spMk id="2" creationId="{7597A41D-306E-0117-3BA7-A350D4DC4F68}"/>
          </ac:spMkLst>
        </pc:spChg>
      </pc:sldChg>
      <pc:sldChg chg="addSp delSp modSp add mod setBg">
        <pc:chgData name="Li, Brian" userId="495fb7c1-1d86-443e-8446-afeb15c6c837" providerId="ADAL" clId="{A6BC44D6-2006-4965-B0E5-C9512B42BDB3}" dt="2025-10-21T23:58:12.276" v="477" actId="14100"/>
        <pc:sldMkLst>
          <pc:docMk/>
          <pc:sldMk cId="874053778" sldId="260"/>
        </pc:sldMkLst>
        <pc:spChg chg="mod">
          <ac:chgData name="Li, Brian" userId="495fb7c1-1d86-443e-8446-afeb15c6c837" providerId="ADAL" clId="{A6BC44D6-2006-4965-B0E5-C9512B42BDB3}" dt="2025-10-21T23:57:25.449" v="471" actId="1076"/>
          <ac:spMkLst>
            <pc:docMk/>
            <pc:sldMk cId="874053778" sldId="260"/>
            <ac:spMk id="2" creationId="{8BD0FE90-2B69-84C9-1825-2DFD337F0692}"/>
          </ac:spMkLst>
        </pc:spChg>
        <pc:spChg chg="add">
          <ac:chgData name="Li, Brian" userId="495fb7c1-1d86-443e-8446-afeb15c6c837" providerId="ADAL" clId="{A6BC44D6-2006-4965-B0E5-C9512B42BDB3}" dt="2025-10-21T23:57:06.763" v="468" actId="26606"/>
          <ac:spMkLst>
            <pc:docMk/>
            <pc:sldMk cId="874053778" sldId="260"/>
            <ac:spMk id="10" creationId="{A637580D-1176-4083-A9A1-BD8ED08996EC}"/>
          </ac:spMkLst>
        </pc:spChg>
        <pc:graphicFrameChg chg="add mod ord modGraphic">
          <ac:chgData name="Li, Brian" userId="495fb7c1-1d86-443e-8446-afeb15c6c837" providerId="ADAL" clId="{A6BC44D6-2006-4965-B0E5-C9512B42BDB3}" dt="2025-10-21T23:58:12.276" v="477" actId="14100"/>
          <ac:graphicFrameMkLst>
            <pc:docMk/>
            <pc:sldMk cId="874053778" sldId="260"/>
            <ac:graphicFrameMk id="5" creationId="{7AD7DBCA-2D48-94B6-AA70-EBDF57C691C9}"/>
          </ac:graphicFrameMkLst>
        </pc:graphicFrameChg>
        <pc:cxnChg chg="add">
          <ac:chgData name="Li, Brian" userId="495fb7c1-1d86-443e-8446-afeb15c6c837" providerId="ADAL" clId="{A6BC44D6-2006-4965-B0E5-C9512B42BDB3}" dt="2025-10-21T23:57:06.763" v="468" actId="26606"/>
          <ac:cxnSpMkLst>
            <pc:docMk/>
            <pc:sldMk cId="874053778" sldId="260"/>
            <ac:cxnSpMk id="12" creationId="{B9C96FDC-E4C2-7D8A-44BA-572E7CD9E899}"/>
          </ac:cxnSpMkLst>
        </pc:cxnChg>
      </pc:sldChg>
      <pc:sldChg chg="modSp add">
        <pc:chgData name="Li, Brian" userId="495fb7c1-1d86-443e-8446-afeb15c6c837" providerId="ADAL" clId="{A6BC44D6-2006-4965-B0E5-C9512B42BDB3}" dt="2025-10-21T22:19:54.632" v="104"/>
        <pc:sldMkLst>
          <pc:docMk/>
          <pc:sldMk cId="2348671642" sldId="261"/>
        </pc:sldMkLst>
        <pc:spChg chg="mod">
          <ac:chgData name="Li, Brian" userId="495fb7c1-1d86-443e-8446-afeb15c6c837" providerId="ADAL" clId="{A6BC44D6-2006-4965-B0E5-C9512B42BDB3}" dt="2025-10-21T22:19:54.632" v="104"/>
          <ac:spMkLst>
            <pc:docMk/>
            <pc:sldMk cId="2348671642" sldId="261"/>
            <ac:spMk id="2" creationId="{04A8040C-930F-0B7C-FB3E-11D752C16434}"/>
          </ac:spMkLst>
        </pc:spChg>
      </pc:sldChg>
      <pc:sldChg chg="modSp mod">
        <pc:chgData name="Li, Brian" userId="495fb7c1-1d86-443e-8446-afeb15c6c837" providerId="ADAL" clId="{A6BC44D6-2006-4965-B0E5-C9512B42BDB3}" dt="2025-10-27T20:32:05.770" v="479" actId="1076"/>
        <pc:sldMkLst>
          <pc:docMk/>
          <pc:sldMk cId="456377351" sldId="262"/>
        </pc:sldMkLst>
        <pc:picChg chg="mod">
          <ac:chgData name="Li, Brian" userId="495fb7c1-1d86-443e-8446-afeb15c6c837" providerId="ADAL" clId="{A6BC44D6-2006-4965-B0E5-C9512B42BDB3}" dt="2025-10-27T20:32:05.770" v="479" actId="1076"/>
          <ac:picMkLst>
            <pc:docMk/>
            <pc:sldMk cId="456377351" sldId="262"/>
            <ac:picMk id="4" creationId="{D12B51EC-DAE8-FFFD-D987-417500A9CBE1}"/>
          </ac:picMkLst>
        </pc:picChg>
      </pc:sldChg>
      <pc:sldChg chg="addSp delSp modSp new mod modTransition">
        <pc:chgData name="Li, Brian" userId="495fb7c1-1d86-443e-8446-afeb15c6c837" providerId="ADAL" clId="{A6BC44D6-2006-4965-B0E5-C9512B42BDB3}" dt="2025-10-27T21:04:04.861" v="713" actId="14100"/>
        <pc:sldMkLst>
          <pc:docMk/>
          <pc:sldMk cId="2573505013" sldId="263"/>
        </pc:sldMkLst>
        <pc:spChg chg="del">
          <ac:chgData name="Li, Brian" userId="495fb7c1-1d86-443e-8446-afeb15c6c837" providerId="ADAL" clId="{A6BC44D6-2006-4965-B0E5-C9512B42BDB3}" dt="2025-10-27T20:33:32.638" v="481" actId="478"/>
          <ac:spMkLst>
            <pc:docMk/>
            <pc:sldMk cId="2573505013" sldId="263"/>
            <ac:spMk id="2" creationId="{CEF22C39-D70D-8B7B-9A44-25ED6D17AC0F}"/>
          </ac:spMkLst>
        </pc:spChg>
        <pc:spChg chg="add mod">
          <ac:chgData name="Li, Brian" userId="495fb7c1-1d86-443e-8446-afeb15c6c837" providerId="ADAL" clId="{A6BC44D6-2006-4965-B0E5-C9512B42BDB3}" dt="2025-10-27T20:34:07.251" v="484" actId="767"/>
          <ac:spMkLst>
            <pc:docMk/>
            <pc:sldMk cId="2573505013" sldId="263"/>
            <ac:spMk id="4" creationId="{EC188008-797D-8AEF-1C05-1E679F3AFD64}"/>
          </ac:spMkLst>
        </pc:spChg>
        <pc:spChg chg="add del">
          <ac:chgData name="Li, Brian" userId="495fb7c1-1d86-443e-8446-afeb15c6c837" providerId="ADAL" clId="{A6BC44D6-2006-4965-B0E5-C9512B42BDB3}" dt="2025-10-27T20:35:57.901" v="558" actId="22"/>
          <ac:spMkLst>
            <pc:docMk/>
            <pc:sldMk cId="2573505013" sldId="263"/>
            <ac:spMk id="6" creationId="{B3F82058-E72C-06A4-B0C0-27367AE15452}"/>
          </ac:spMkLst>
        </pc:spChg>
        <pc:spChg chg="add mod">
          <ac:chgData name="Li, Brian" userId="495fb7c1-1d86-443e-8446-afeb15c6c837" providerId="ADAL" clId="{A6BC44D6-2006-4965-B0E5-C9512B42BDB3}" dt="2025-10-27T20:52:52.552" v="686" actId="1076"/>
          <ac:spMkLst>
            <pc:docMk/>
            <pc:sldMk cId="2573505013" sldId="263"/>
            <ac:spMk id="8" creationId="{C0888D70-086D-2C47-68C1-EBD64E328F86}"/>
          </ac:spMkLst>
        </pc:spChg>
        <pc:spChg chg="add mod">
          <ac:chgData name="Li, Brian" userId="495fb7c1-1d86-443e-8446-afeb15c6c837" providerId="ADAL" clId="{A6BC44D6-2006-4965-B0E5-C9512B42BDB3}" dt="2025-10-27T20:52:54.972" v="687" actId="1076"/>
          <ac:spMkLst>
            <pc:docMk/>
            <pc:sldMk cId="2573505013" sldId="263"/>
            <ac:spMk id="9" creationId="{BA0DE27F-ABDD-1613-2557-9BC5A6F4CC0C}"/>
          </ac:spMkLst>
        </pc:spChg>
        <pc:spChg chg="add mod">
          <ac:chgData name="Li, Brian" userId="495fb7c1-1d86-443e-8446-afeb15c6c837" providerId="ADAL" clId="{A6BC44D6-2006-4965-B0E5-C9512B42BDB3}" dt="2025-10-27T20:41:28.879" v="657" actId="1076"/>
          <ac:spMkLst>
            <pc:docMk/>
            <pc:sldMk cId="2573505013" sldId="263"/>
            <ac:spMk id="10" creationId="{28183919-DD5C-8C01-22F8-A44F98038D00}"/>
          </ac:spMkLst>
        </pc:spChg>
        <pc:spChg chg="add del mod">
          <ac:chgData name="Li, Brian" userId="495fb7c1-1d86-443e-8446-afeb15c6c837" providerId="ADAL" clId="{A6BC44D6-2006-4965-B0E5-C9512B42BDB3}" dt="2025-10-27T20:55:59.177" v="699" actId="26606"/>
          <ac:spMkLst>
            <pc:docMk/>
            <pc:sldMk cId="2573505013" sldId="263"/>
            <ac:spMk id="11" creationId="{52F31CD6-6B33-12E3-FC81-20D32AA6B813}"/>
          </ac:spMkLst>
        </pc:spChg>
        <pc:graphicFrameChg chg="add mod modGraphic">
          <ac:chgData name="Li, Brian" userId="495fb7c1-1d86-443e-8446-afeb15c6c837" providerId="ADAL" clId="{A6BC44D6-2006-4965-B0E5-C9512B42BDB3}" dt="2025-10-27T21:04:04.861" v="713" actId="14100"/>
          <ac:graphicFrameMkLst>
            <pc:docMk/>
            <pc:sldMk cId="2573505013" sldId="263"/>
            <ac:graphicFrameMk id="3" creationId="{7209B02B-2D09-8015-FE82-F6BA9DA6C4DE}"/>
          </ac:graphicFrameMkLst>
        </pc:graphicFrameChg>
        <pc:graphicFrameChg chg="add mod modGraphic">
          <ac:chgData name="Li, Brian" userId="495fb7c1-1d86-443e-8446-afeb15c6c837" providerId="ADAL" clId="{A6BC44D6-2006-4965-B0E5-C9512B42BDB3}" dt="2025-10-27T20:52:37.457" v="684" actId="1076"/>
          <ac:graphicFrameMkLst>
            <pc:docMk/>
            <pc:sldMk cId="2573505013" sldId="263"/>
            <ac:graphicFrameMk id="7" creationId="{CAE69669-0286-D1D0-F1AB-947B985A1EC4}"/>
          </ac:graphicFrameMkLst>
        </pc:graphicFrameChg>
        <pc:graphicFrameChg chg="add del">
          <ac:chgData name="Li, Brian" userId="495fb7c1-1d86-443e-8446-afeb15c6c837" providerId="ADAL" clId="{A6BC44D6-2006-4965-B0E5-C9512B42BDB3}" dt="2025-10-27T20:55:59.165" v="698" actId="26606"/>
          <ac:graphicFrameMkLst>
            <pc:docMk/>
            <pc:sldMk cId="2573505013" sldId="263"/>
            <ac:graphicFrameMk id="13" creationId="{A349277B-1798-1971-1C90-FC2C57237AA3}"/>
          </ac:graphicFrameMkLst>
        </pc:graphicFrameChg>
        <pc:graphicFrameChg chg="add mod">
          <ac:chgData name="Li, Brian" userId="495fb7c1-1d86-443e-8446-afeb15c6c837" providerId="ADAL" clId="{A6BC44D6-2006-4965-B0E5-C9512B42BDB3}" dt="2025-10-27T20:58:27.325" v="705" actId="1076"/>
          <ac:graphicFrameMkLst>
            <pc:docMk/>
            <pc:sldMk cId="2573505013" sldId="263"/>
            <ac:graphicFrameMk id="15" creationId="{C623AD08-F524-39F0-C604-05D08E48DBE9}"/>
          </ac:graphicFrameMkLst>
        </pc:graphicFrameChg>
      </pc:sldChg>
      <pc:sldMasterChg chg="add addSldLayout">
        <pc:chgData name="Li, Brian" userId="495fb7c1-1d86-443e-8446-afeb15c6c837" providerId="ADAL" clId="{A6BC44D6-2006-4965-B0E5-C9512B42BDB3}" dt="2025-10-21T22:09:44.979" v="42" actId="26606"/>
        <pc:sldMasterMkLst>
          <pc:docMk/>
          <pc:sldMasterMk cId="1917377781" sldId="2147483711"/>
        </pc:sldMasterMkLst>
        <pc:sldLayoutChg chg="add">
          <pc:chgData name="Li, Brian" userId="495fb7c1-1d86-443e-8446-afeb15c6c837" providerId="ADAL" clId="{A6BC44D6-2006-4965-B0E5-C9512B42BDB3}" dt="2025-10-21T22:09:44.979" v="42" actId="26606"/>
          <pc:sldLayoutMkLst>
            <pc:docMk/>
            <pc:sldMasterMk cId="1917377781" sldId="2147483711"/>
            <pc:sldLayoutMk cId="100587714" sldId="2147483700"/>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3632052684" sldId="2147483701"/>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2559560646" sldId="2147483702"/>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1942237904" sldId="2147483703"/>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1718779115" sldId="2147483704"/>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1995385883" sldId="2147483705"/>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376431351" sldId="2147483706"/>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3429379970" sldId="2147483707"/>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3234337278" sldId="2147483708"/>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3747058084" sldId="2147483709"/>
          </pc:sldLayoutMkLst>
        </pc:sldLayoutChg>
        <pc:sldLayoutChg chg="add">
          <pc:chgData name="Li, Brian" userId="495fb7c1-1d86-443e-8446-afeb15c6c837" providerId="ADAL" clId="{A6BC44D6-2006-4965-B0E5-C9512B42BDB3}" dt="2025-10-21T22:09:44.979" v="42" actId="26606"/>
          <pc:sldLayoutMkLst>
            <pc:docMk/>
            <pc:sldMasterMk cId="1917377781" sldId="2147483711"/>
            <pc:sldLayoutMk cId="3567521947" sldId="2147483710"/>
          </pc:sldLayoutMkLst>
        </pc:sldLayoutChg>
      </pc:sldMasterChg>
    </pc:docChg>
  </pc:docChgLst>
  <pc:docChgLst>
    <pc:chgData name="Wei, Dali" userId="S::dali.wei@uconn.edu::b91023ae-71e9-425b-a49a-c1b7bcc29546" providerId="AD" clId="Web-{0957EE9B-3AEB-FE9F-FA9F-026A5F7312D2}"/>
    <pc:docChg chg="modSld">
      <pc:chgData name="Wei, Dali" userId="S::dali.wei@uconn.edu::b91023ae-71e9-425b-a49a-c1b7bcc29546" providerId="AD" clId="Web-{0957EE9B-3AEB-FE9F-FA9F-026A5F7312D2}" dt="2025-10-25T00:17:12.515" v="6" actId="1076"/>
      <pc:docMkLst>
        <pc:docMk/>
      </pc:docMkLst>
      <pc:sldChg chg="modSp">
        <pc:chgData name="Wei, Dali" userId="S::dali.wei@uconn.edu::b91023ae-71e9-425b-a49a-c1b7bcc29546" providerId="AD" clId="Web-{0957EE9B-3AEB-FE9F-FA9F-026A5F7312D2}" dt="2025-10-25T00:17:12.515" v="6" actId="1076"/>
        <pc:sldMkLst>
          <pc:docMk/>
          <pc:sldMk cId="1225752630" sldId="256"/>
        </pc:sldMkLst>
        <pc:spChg chg="mod">
          <ac:chgData name="Wei, Dali" userId="S::dali.wei@uconn.edu::b91023ae-71e9-425b-a49a-c1b7bcc29546" providerId="AD" clId="Web-{0957EE9B-3AEB-FE9F-FA9F-026A5F7312D2}" dt="2025-10-25T00:17:12.515" v="6" actId="1076"/>
          <ac:spMkLst>
            <pc:docMk/>
            <pc:sldMk cId="1225752630" sldId="256"/>
            <ac:spMk id="3" creationId="{504D3E8D-3DFD-84DB-81D9-60A56F261F18}"/>
          </ac:spMkLst>
        </pc:spChg>
      </pc:sldChg>
      <pc:sldChg chg="modSp">
        <pc:chgData name="Wei, Dali" userId="S::dali.wei@uconn.edu::b91023ae-71e9-425b-a49a-c1b7bcc29546" providerId="AD" clId="Web-{0957EE9B-3AEB-FE9F-FA9F-026A5F7312D2}" dt="2025-10-25T00:15:20.293" v="4"/>
        <pc:sldMkLst>
          <pc:docMk/>
          <pc:sldMk cId="4070684282" sldId="259"/>
        </pc:sldMkLst>
        <pc:graphicFrameChg chg="mod modGraphic">
          <ac:chgData name="Wei, Dali" userId="S::dali.wei@uconn.edu::b91023ae-71e9-425b-a49a-c1b7bcc29546" providerId="AD" clId="Web-{0957EE9B-3AEB-FE9F-FA9F-026A5F7312D2}" dt="2025-10-25T00:15:20.293" v="4"/>
          <ac:graphicFrameMkLst>
            <pc:docMk/>
            <pc:sldMk cId="4070684282" sldId="259"/>
            <ac:graphicFrameMk id="8" creationId="{E925502B-1727-AADB-8B56-04A8C3100CD7}"/>
          </ac:graphicFrameMkLst>
        </pc:graphicFrameChg>
      </pc:sldChg>
      <pc:sldChg chg="modSp">
        <pc:chgData name="Wei, Dali" userId="S::dali.wei@uconn.edu::b91023ae-71e9-425b-a49a-c1b7bcc29546" providerId="AD" clId="Web-{0957EE9B-3AEB-FE9F-FA9F-026A5F7312D2}" dt="2025-10-25T00:12:14.630" v="0" actId="14100"/>
        <pc:sldMkLst>
          <pc:docMk/>
          <pc:sldMk cId="456377351" sldId="262"/>
        </pc:sldMkLst>
        <pc:spChg chg="mod">
          <ac:chgData name="Wei, Dali" userId="S::dali.wei@uconn.edu::b91023ae-71e9-425b-a49a-c1b7bcc29546" providerId="AD" clId="Web-{0957EE9B-3AEB-FE9F-FA9F-026A5F7312D2}" dt="2025-10-25T00:12:14.630" v="0" actId="14100"/>
          <ac:spMkLst>
            <pc:docMk/>
            <pc:sldMk cId="456377351" sldId="262"/>
            <ac:spMk id="3" creationId="{670210C7-5F7B-CE7A-82FA-97DD5BF96FDA}"/>
          </ac:spMkLst>
        </pc:spChg>
      </pc:sldChg>
    </pc:docChg>
  </pc:docChgLst>
  <pc:docChgLst>
    <pc:chgData name="Li, Brian" userId="495fb7c1-1d86-443e-8446-afeb15c6c837" providerId="ADAL" clId="{7DC5E77B-86F4-471F-ABF0-E1FC1FCBE7EE}"/>
    <pc:docChg chg="modSld sldOrd">
      <pc:chgData name="Li, Brian" userId="495fb7c1-1d86-443e-8446-afeb15c6c837" providerId="ADAL" clId="{7DC5E77B-86F4-471F-ABF0-E1FC1FCBE7EE}" dt="2025-10-25T00:14:24.498" v="1"/>
      <pc:docMkLst>
        <pc:docMk/>
      </pc:docMkLst>
      <pc:sldChg chg="ord">
        <pc:chgData name="Li, Brian" userId="495fb7c1-1d86-443e-8446-afeb15c6c837" providerId="ADAL" clId="{7DC5E77B-86F4-471F-ABF0-E1FC1FCBE7EE}" dt="2025-10-25T00:14:24.498" v="1"/>
        <pc:sldMkLst>
          <pc:docMk/>
          <pc:sldMk cId="456377351" sldId="262"/>
        </pc:sldMkLst>
      </pc:sldChg>
    </pc:docChg>
  </pc:docChgLst>
  <pc:docChgLst>
    <pc:chgData name="Wei, Dali" userId="S::dali.wei@uconn.edu::b91023ae-71e9-425b-a49a-c1b7bcc29546" providerId="AD" clId="Web-{D5D4163C-5FCA-8318-FBFA-5664C7454655}"/>
    <pc:docChg chg="modSld">
      <pc:chgData name="Wei, Dali" userId="S::dali.wei@uconn.edu::b91023ae-71e9-425b-a49a-c1b7bcc29546" providerId="AD" clId="Web-{D5D4163C-5FCA-8318-FBFA-5664C7454655}" dt="2025-10-25T00:06:07.191" v="101" actId="20577"/>
      <pc:docMkLst>
        <pc:docMk/>
      </pc:docMkLst>
      <pc:sldChg chg="addSp delSp modSp">
        <pc:chgData name="Wei, Dali" userId="S::dali.wei@uconn.edu::b91023ae-71e9-425b-a49a-c1b7bcc29546" providerId="AD" clId="Web-{D5D4163C-5FCA-8318-FBFA-5664C7454655}" dt="2025-10-25T00:05:45.269" v="99"/>
        <pc:sldMkLst>
          <pc:docMk/>
          <pc:sldMk cId="4070684282" sldId="259"/>
        </pc:sldMkLst>
        <pc:graphicFrameChg chg="add mod ord modGraphic">
          <ac:chgData name="Wei, Dali" userId="S::dali.wei@uconn.edu::b91023ae-71e9-425b-a49a-c1b7bcc29546" providerId="AD" clId="Web-{D5D4163C-5FCA-8318-FBFA-5664C7454655}" dt="2025-10-25T00:05:45.269" v="99"/>
          <ac:graphicFrameMkLst>
            <pc:docMk/>
            <pc:sldMk cId="4070684282" sldId="259"/>
            <ac:graphicFrameMk id="8" creationId="{E925502B-1727-AADB-8B56-04A8C3100CD7}"/>
          </ac:graphicFrameMkLst>
        </pc:graphicFrameChg>
      </pc:sldChg>
      <pc:sldChg chg="modSp">
        <pc:chgData name="Wei, Dali" userId="S::dali.wei@uconn.edu::b91023ae-71e9-425b-a49a-c1b7bcc29546" providerId="AD" clId="Web-{D5D4163C-5FCA-8318-FBFA-5664C7454655}" dt="2025-10-25T00:06:07.191" v="101" actId="20577"/>
        <pc:sldMkLst>
          <pc:docMk/>
          <pc:sldMk cId="2348671642" sldId="261"/>
        </pc:sldMkLst>
        <pc:spChg chg="mod">
          <ac:chgData name="Wei, Dali" userId="S::dali.wei@uconn.edu::b91023ae-71e9-425b-a49a-c1b7bcc29546" providerId="AD" clId="Web-{D5D4163C-5FCA-8318-FBFA-5664C7454655}" dt="2025-10-25T00:06:07.191" v="101" actId="20577"/>
          <ac:spMkLst>
            <pc:docMk/>
            <pc:sldMk cId="2348671642" sldId="261"/>
            <ac:spMk id="3" creationId="{F1274728-2A5E-C72A-296A-5D35673D5211}"/>
          </ac:spMkLst>
        </pc:spChg>
      </pc:sldChg>
    </pc:docChg>
  </pc:docChgLst>
  <pc:docChgLst>
    <pc:chgData name="Wang, Yiru" userId="S::yiru.wang@uconn.edu::f22cdc15-5052-4785-9015-329bcd4f0ade" providerId="AD" clId="Web-{13DC892A-1EB7-B374-29A1-66F1757064B8}"/>
    <pc:docChg chg="modSld">
      <pc:chgData name="Wang, Yiru" userId="S::yiru.wang@uconn.edu::f22cdc15-5052-4785-9015-329bcd4f0ade" providerId="AD" clId="Web-{13DC892A-1EB7-B374-29A1-66F1757064B8}" dt="2025-10-25T03:37:11.861" v="10" actId="20577"/>
      <pc:docMkLst>
        <pc:docMk/>
      </pc:docMkLst>
      <pc:sldChg chg="modSp">
        <pc:chgData name="Wang, Yiru" userId="S::yiru.wang@uconn.edu::f22cdc15-5052-4785-9015-329bcd4f0ade" providerId="AD" clId="Web-{13DC892A-1EB7-B374-29A1-66F1757064B8}" dt="2025-10-25T03:37:11.861" v="10" actId="20577"/>
        <pc:sldMkLst>
          <pc:docMk/>
          <pc:sldMk cId="1225752630" sldId="256"/>
        </pc:sldMkLst>
        <pc:spChg chg="mod">
          <ac:chgData name="Wang, Yiru" userId="S::yiru.wang@uconn.edu::f22cdc15-5052-4785-9015-329bcd4f0ade" providerId="AD" clId="Web-{13DC892A-1EB7-B374-29A1-66F1757064B8}" dt="2025-10-25T03:37:11.861" v="10" actId="20577"/>
          <ac:spMkLst>
            <pc:docMk/>
            <pc:sldMk cId="1225752630" sldId="256"/>
            <ac:spMk id="3" creationId="{504D3E8D-3DFD-84DB-81D9-60A56F261F18}"/>
          </ac:spMkLst>
        </pc:spChg>
      </pc:sldChg>
      <pc:sldChg chg="modSp">
        <pc:chgData name="Wang, Yiru" userId="S::yiru.wang@uconn.edu::f22cdc15-5052-4785-9015-329bcd4f0ade" providerId="AD" clId="Web-{13DC892A-1EB7-B374-29A1-66F1757064B8}" dt="2025-10-25T03:36:58.455" v="8"/>
        <pc:sldMkLst>
          <pc:docMk/>
          <pc:sldMk cId="4070684282" sldId="259"/>
        </pc:sldMkLst>
        <pc:graphicFrameChg chg="mod modGraphic">
          <ac:chgData name="Wang, Yiru" userId="S::yiru.wang@uconn.edu::f22cdc15-5052-4785-9015-329bcd4f0ade" providerId="AD" clId="Web-{13DC892A-1EB7-B374-29A1-66F1757064B8}" dt="2025-10-25T03:36:58.455" v="8"/>
          <ac:graphicFrameMkLst>
            <pc:docMk/>
            <pc:sldMk cId="4070684282" sldId="259"/>
            <ac:graphicFrameMk id="8" creationId="{E925502B-1727-AADB-8B56-04A8C3100CD7}"/>
          </ac:graphicFrameMkLst>
        </pc:graphicFrameChg>
      </pc:sldChg>
    </pc:docChg>
  </pc:docChgLst>
  <pc:docChgLst>
    <pc:chgData name="Wei, Dali" userId="S::dali.wei@uconn.edu::b91023ae-71e9-425b-a49a-c1b7bcc29546" providerId="AD" clId="Web-{8CE30488-55A3-E22B-9277-E1675C3A875E}"/>
    <pc:docChg chg="addSld delSld">
      <pc:chgData name="Wei, Dali" userId="S::dali.wei@uconn.edu::b91023ae-71e9-425b-a49a-c1b7bcc29546" providerId="AD" clId="Web-{8CE30488-55A3-E22B-9277-E1675C3A875E}" dt="2025-10-28T20:16:37.268" v="1"/>
      <pc:docMkLst>
        <pc:docMk/>
      </pc:docMkLst>
      <pc:sldChg chg="add del">
        <pc:chgData name="Wei, Dali" userId="S::dali.wei@uconn.edu::b91023ae-71e9-425b-a49a-c1b7bcc29546" providerId="AD" clId="Web-{8CE30488-55A3-E22B-9277-E1675C3A875E}" dt="2025-10-28T20:16:37.268" v="1"/>
        <pc:sldMkLst>
          <pc:docMk/>
          <pc:sldMk cId="163477112" sldId="258"/>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70FBD6-002A-4A76-ACC6-02B86EE7488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428CD0A-9385-4E1F-8510-47F51A04CA30}">
      <dgm:prSet/>
      <dgm:spPr/>
      <dgm:t>
        <a:bodyPr/>
        <a:lstStyle/>
        <a:p>
          <a:pPr>
            <a:lnSpc>
              <a:spcPct val="100000"/>
            </a:lnSpc>
          </a:pPr>
          <a:r>
            <a:rPr lang="en-US"/>
            <a:t>Frontend: Handles user interaction and display, including keyboard input, ASCII/graphical rendering, and score output.</a:t>
          </a:r>
        </a:p>
      </dgm:t>
    </dgm:pt>
    <dgm:pt modelId="{048134BC-C8E8-4B14-A37F-1349D9F4A096}" type="parTrans" cxnId="{BB6B1313-589C-44D7-BCA0-D2182FDAEC3F}">
      <dgm:prSet/>
      <dgm:spPr/>
      <dgm:t>
        <a:bodyPr/>
        <a:lstStyle/>
        <a:p>
          <a:endParaRPr lang="en-US"/>
        </a:p>
      </dgm:t>
    </dgm:pt>
    <dgm:pt modelId="{FA0EE926-D262-4B5E-80A5-85274C62ED1E}" type="sibTrans" cxnId="{BB6B1313-589C-44D7-BCA0-D2182FDAEC3F}">
      <dgm:prSet/>
      <dgm:spPr/>
      <dgm:t>
        <a:bodyPr/>
        <a:lstStyle/>
        <a:p>
          <a:endParaRPr lang="en-US"/>
        </a:p>
      </dgm:t>
    </dgm:pt>
    <dgm:pt modelId="{CE8C7A2C-81EB-44C6-9E7C-0539014532C4}">
      <dgm:prSet/>
      <dgm:spPr/>
      <dgm:t>
        <a:bodyPr/>
        <a:lstStyle/>
        <a:p>
          <a:pPr>
            <a:lnSpc>
              <a:spcPct val="100000"/>
            </a:lnSpc>
          </a:pPr>
          <a:r>
            <a:rPr lang="en-US"/>
            <a:t>Backend: Manages game state and logic. The game engine coordinates the snake, food, map, and score classes to update positions and detect collisions.</a:t>
          </a:r>
        </a:p>
      </dgm:t>
    </dgm:pt>
    <dgm:pt modelId="{70535037-9545-4B17-AA10-865F8256DACA}" type="parTrans" cxnId="{22AB9C21-554A-4B3C-9D63-3B5BF0820303}">
      <dgm:prSet/>
      <dgm:spPr/>
      <dgm:t>
        <a:bodyPr/>
        <a:lstStyle/>
        <a:p>
          <a:endParaRPr lang="en-US"/>
        </a:p>
      </dgm:t>
    </dgm:pt>
    <dgm:pt modelId="{240C1832-1777-4B92-8716-7E5A1378ECC8}" type="sibTrans" cxnId="{22AB9C21-554A-4B3C-9D63-3B5BF0820303}">
      <dgm:prSet/>
      <dgm:spPr/>
      <dgm:t>
        <a:bodyPr/>
        <a:lstStyle/>
        <a:p>
          <a:endParaRPr lang="en-US"/>
        </a:p>
      </dgm:t>
    </dgm:pt>
    <dgm:pt modelId="{411A0475-6CD2-4D56-9193-0849FE500CFD}">
      <dgm:prSet/>
      <dgm:spPr/>
      <dgm:t>
        <a:bodyPr/>
        <a:lstStyle/>
        <a:p>
          <a:pPr>
            <a:lnSpc>
              <a:spcPct val="100000"/>
            </a:lnSpc>
          </a:pPr>
          <a:r>
            <a:rPr lang="en-US"/>
            <a:t>Frontend and backend continuously interact. Player input flows to the engine, which updates state, and the renderer outputs new frames. This separation ensures modular design, easier debugging, and flexibility for future graphical upgrades.</a:t>
          </a:r>
        </a:p>
      </dgm:t>
    </dgm:pt>
    <dgm:pt modelId="{435D9B64-3B0F-4084-A454-DED715F77731}" type="parTrans" cxnId="{A207A004-7C9D-4F9D-B029-DA1C292455C7}">
      <dgm:prSet/>
      <dgm:spPr/>
      <dgm:t>
        <a:bodyPr/>
        <a:lstStyle/>
        <a:p>
          <a:endParaRPr lang="en-US"/>
        </a:p>
      </dgm:t>
    </dgm:pt>
    <dgm:pt modelId="{053D3D65-0258-4564-AB25-D114A5A94082}" type="sibTrans" cxnId="{A207A004-7C9D-4F9D-B029-DA1C292455C7}">
      <dgm:prSet/>
      <dgm:spPr/>
      <dgm:t>
        <a:bodyPr/>
        <a:lstStyle/>
        <a:p>
          <a:endParaRPr lang="en-US"/>
        </a:p>
      </dgm:t>
    </dgm:pt>
    <dgm:pt modelId="{B1C9E474-8307-4675-8F53-3E0F4380566F}" type="pres">
      <dgm:prSet presAssocID="{5370FBD6-002A-4A76-ACC6-02B86EE74888}" presName="root" presStyleCnt="0">
        <dgm:presLayoutVars>
          <dgm:dir/>
          <dgm:resizeHandles val="exact"/>
        </dgm:presLayoutVars>
      </dgm:prSet>
      <dgm:spPr/>
    </dgm:pt>
    <dgm:pt modelId="{E67008D2-3CC2-4A54-9CA6-EFEDA0656E43}" type="pres">
      <dgm:prSet presAssocID="{A428CD0A-9385-4E1F-8510-47F51A04CA30}" presName="compNode" presStyleCnt="0"/>
      <dgm:spPr/>
    </dgm:pt>
    <dgm:pt modelId="{E4A0DB14-72F6-4223-B675-28D83CD285F3}" type="pres">
      <dgm:prSet presAssocID="{A428CD0A-9385-4E1F-8510-47F51A04CA30}" presName="bgRect" presStyleLbl="bgShp" presStyleIdx="0" presStyleCnt="3"/>
      <dgm:spPr/>
    </dgm:pt>
    <dgm:pt modelId="{C8EC838E-94F4-445A-AE0B-E52C84C8E821}" type="pres">
      <dgm:prSet presAssocID="{A428CD0A-9385-4E1F-8510-47F51A04CA3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grammer"/>
        </a:ext>
      </dgm:extLst>
    </dgm:pt>
    <dgm:pt modelId="{CEAE7AF6-FBE8-4780-90D6-64CE159F7AD0}" type="pres">
      <dgm:prSet presAssocID="{A428CD0A-9385-4E1F-8510-47F51A04CA30}" presName="spaceRect" presStyleCnt="0"/>
      <dgm:spPr/>
    </dgm:pt>
    <dgm:pt modelId="{ED1DA738-1024-43CB-B8F3-6EADA1662E99}" type="pres">
      <dgm:prSet presAssocID="{A428CD0A-9385-4E1F-8510-47F51A04CA30}" presName="parTx" presStyleLbl="revTx" presStyleIdx="0" presStyleCnt="3">
        <dgm:presLayoutVars>
          <dgm:chMax val="0"/>
          <dgm:chPref val="0"/>
        </dgm:presLayoutVars>
      </dgm:prSet>
      <dgm:spPr/>
    </dgm:pt>
    <dgm:pt modelId="{D216E591-B62F-43C5-8399-B4F09407B6BB}" type="pres">
      <dgm:prSet presAssocID="{FA0EE926-D262-4B5E-80A5-85274C62ED1E}" presName="sibTrans" presStyleCnt="0"/>
      <dgm:spPr/>
    </dgm:pt>
    <dgm:pt modelId="{91D520CC-6ED9-42A7-9137-C6C3E6885E80}" type="pres">
      <dgm:prSet presAssocID="{CE8C7A2C-81EB-44C6-9E7C-0539014532C4}" presName="compNode" presStyleCnt="0"/>
      <dgm:spPr/>
    </dgm:pt>
    <dgm:pt modelId="{0ED653A9-0432-4226-B5DD-8D6D65A633E3}" type="pres">
      <dgm:prSet presAssocID="{CE8C7A2C-81EB-44C6-9E7C-0539014532C4}" presName="bgRect" presStyleLbl="bgShp" presStyleIdx="1" presStyleCnt="3"/>
      <dgm:spPr/>
    </dgm:pt>
    <dgm:pt modelId="{DA706D3A-D423-4882-B41A-7C16B219E030}" type="pres">
      <dgm:prSet presAssocID="{CE8C7A2C-81EB-44C6-9E7C-0539014532C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nake"/>
        </a:ext>
      </dgm:extLst>
    </dgm:pt>
    <dgm:pt modelId="{B980F5ED-5956-4EFF-AFA5-1DD8DE78AC9D}" type="pres">
      <dgm:prSet presAssocID="{CE8C7A2C-81EB-44C6-9E7C-0539014532C4}" presName="spaceRect" presStyleCnt="0"/>
      <dgm:spPr/>
    </dgm:pt>
    <dgm:pt modelId="{77D7E506-9384-44E2-9DB1-DEFF4B7E99BD}" type="pres">
      <dgm:prSet presAssocID="{CE8C7A2C-81EB-44C6-9E7C-0539014532C4}" presName="parTx" presStyleLbl="revTx" presStyleIdx="1" presStyleCnt="3">
        <dgm:presLayoutVars>
          <dgm:chMax val="0"/>
          <dgm:chPref val="0"/>
        </dgm:presLayoutVars>
      </dgm:prSet>
      <dgm:spPr/>
    </dgm:pt>
    <dgm:pt modelId="{B386C4C5-2CA9-4F57-8297-993D73D5094B}" type="pres">
      <dgm:prSet presAssocID="{240C1832-1777-4B92-8716-7E5A1378ECC8}" presName="sibTrans" presStyleCnt="0"/>
      <dgm:spPr/>
    </dgm:pt>
    <dgm:pt modelId="{8953CF92-41CE-4EFA-AC7D-0CC21D9540C2}" type="pres">
      <dgm:prSet presAssocID="{411A0475-6CD2-4D56-9193-0849FE500CFD}" presName="compNode" presStyleCnt="0"/>
      <dgm:spPr/>
    </dgm:pt>
    <dgm:pt modelId="{1E6CC013-39D0-46DA-881C-5EEDE8C446F3}" type="pres">
      <dgm:prSet presAssocID="{411A0475-6CD2-4D56-9193-0849FE500CFD}" presName="bgRect" presStyleLbl="bgShp" presStyleIdx="2" presStyleCnt="3"/>
      <dgm:spPr/>
    </dgm:pt>
    <dgm:pt modelId="{F5EB07C1-0769-48A2-A501-F2B06B5E596D}" type="pres">
      <dgm:prSet presAssocID="{411A0475-6CD2-4D56-9193-0849FE500CF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sconnected"/>
        </a:ext>
      </dgm:extLst>
    </dgm:pt>
    <dgm:pt modelId="{2EBF8CA2-01F7-4A59-BA08-B61F111A9E3D}" type="pres">
      <dgm:prSet presAssocID="{411A0475-6CD2-4D56-9193-0849FE500CFD}" presName="spaceRect" presStyleCnt="0"/>
      <dgm:spPr/>
    </dgm:pt>
    <dgm:pt modelId="{2C3AF3B0-65F8-4942-8BF9-65484B48150C}" type="pres">
      <dgm:prSet presAssocID="{411A0475-6CD2-4D56-9193-0849FE500CFD}" presName="parTx" presStyleLbl="revTx" presStyleIdx="2" presStyleCnt="3">
        <dgm:presLayoutVars>
          <dgm:chMax val="0"/>
          <dgm:chPref val="0"/>
        </dgm:presLayoutVars>
      </dgm:prSet>
      <dgm:spPr/>
    </dgm:pt>
  </dgm:ptLst>
  <dgm:cxnLst>
    <dgm:cxn modelId="{A207A004-7C9D-4F9D-B029-DA1C292455C7}" srcId="{5370FBD6-002A-4A76-ACC6-02B86EE74888}" destId="{411A0475-6CD2-4D56-9193-0849FE500CFD}" srcOrd="2" destOrd="0" parTransId="{435D9B64-3B0F-4084-A454-DED715F77731}" sibTransId="{053D3D65-0258-4564-AB25-D114A5A94082}"/>
    <dgm:cxn modelId="{BB6B1313-589C-44D7-BCA0-D2182FDAEC3F}" srcId="{5370FBD6-002A-4A76-ACC6-02B86EE74888}" destId="{A428CD0A-9385-4E1F-8510-47F51A04CA30}" srcOrd="0" destOrd="0" parTransId="{048134BC-C8E8-4B14-A37F-1349D9F4A096}" sibTransId="{FA0EE926-D262-4B5E-80A5-85274C62ED1E}"/>
    <dgm:cxn modelId="{22AB9C21-554A-4B3C-9D63-3B5BF0820303}" srcId="{5370FBD6-002A-4A76-ACC6-02B86EE74888}" destId="{CE8C7A2C-81EB-44C6-9E7C-0539014532C4}" srcOrd="1" destOrd="0" parTransId="{70535037-9545-4B17-AA10-865F8256DACA}" sibTransId="{240C1832-1777-4B92-8716-7E5A1378ECC8}"/>
    <dgm:cxn modelId="{D171D545-39E3-4581-BC01-80C8D16EB8EA}" type="presOf" srcId="{A428CD0A-9385-4E1F-8510-47F51A04CA30}" destId="{ED1DA738-1024-43CB-B8F3-6EADA1662E99}" srcOrd="0" destOrd="0" presId="urn:microsoft.com/office/officeart/2018/2/layout/IconVerticalSolidList"/>
    <dgm:cxn modelId="{D3430C59-81E6-41B7-935E-E8469A0B4F1B}" type="presOf" srcId="{CE8C7A2C-81EB-44C6-9E7C-0539014532C4}" destId="{77D7E506-9384-44E2-9DB1-DEFF4B7E99BD}" srcOrd="0" destOrd="0" presId="urn:microsoft.com/office/officeart/2018/2/layout/IconVerticalSolidList"/>
    <dgm:cxn modelId="{768340BD-0BBD-425F-8F6D-43D95903704B}" type="presOf" srcId="{5370FBD6-002A-4A76-ACC6-02B86EE74888}" destId="{B1C9E474-8307-4675-8F53-3E0F4380566F}" srcOrd="0" destOrd="0" presId="urn:microsoft.com/office/officeart/2018/2/layout/IconVerticalSolidList"/>
    <dgm:cxn modelId="{962122D9-6DFB-419D-B354-67C3E5898FF9}" type="presOf" srcId="{411A0475-6CD2-4D56-9193-0849FE500CFD}" destId="{2C3AF3B0-65F8-4942-8BF9-65484B48150C}" srcOrd="0" destOrd="0" presId="urn:microsoft.com/office/officeart/2018/2/layout/IconVerticalSolidList"/>
    <dgm:cxn modelId="{E7E35207-0C92-4FBC-A075-AE14BA4CAAA4}" type="presParOf" srcId="{B1C9E474-8307-4675-8F53-3E0F4380566F}" destId="{E67008D2-3CC2-4A54-9CA6-EFEDA0656E43}" srcOrd="0" destOrd="0" presId="urn:microsoft.com/office/officeart/2018/2/layout/IconVerticalSolidList"/>
    <dgm:cxn modelId="{2B251CB8-92BC-42BB-8F4E-612166CE38E4}" type="presParOf" srcId="{E67008D2-3CC2-4A54-9CA6-EFEDA0656E43}" destId="{E4A0DB14-72F6-4223-B675-28D83CD285F3}" srcOrd="0" destOrd="0" presId="urn:microsoft.com/office/officeart/2018/2/layout/IconVerticalSolidList"/>
    <dgm:cxn modelId="{A12569B0-F906-40F5-AE73-93E45CB9C8EA}" type="presParOf" srcId="{E67008D2-3CC2-4A54-9CA6-EFEDA0656E43}" destId="{C8EC838E-94F4-445A-AE0B-E52C84C8E821}" srcOrd="1" destOrd="0" presId="urn:microsoft.com/office/officeart/2018/2/layout/IconVerticalSolidList"/>
    <dgm:cxn modelId="{385B29B0-D7F5-46D8-9847-5949F6E7CB43}" type="presParOf" srcId="{E67008D2-3CC2-4A54-9CA6-EFEDA0656E43}" destId="{CEAE7AF6-FBE8-4780-90D6-64CE159F7AD0}" srcOrd="2" destOrd="0" presId="urn:microsoft.com/office/officeart/2018/2/layout/IconVerticalSolidList"/>
    <dgm:cxn modelId="{39ED330D-017F-4AB1-8156-C186C454821E}" type="presParOf" srcId="{E67008D2-3CC2-4A54-9CA6-EFEDA0656E43}" destId="{ED1DA738-1024-43CB-B8F3-6EADA1662E99}" srcOrd="3" destOrd="0" presId="urn:microsoft.com/office/officeart/2018/2/layout/IconVerticalSolidList"/>
    <dgm:cxn modelId="{79695253-D5BC-4006-BB69-AF81B37FDE2F}" type="presParOf" srcId="{B1C9E474-8307-4675-8F53-3E0F4380566F}" destId="{D216E591-B62F-43C5-8399-B4F09407B6BB}" srcOrd="1" destOrd="0" presId="urn:microsoft.com/office/officeart/2018/2/layout/IconVerticalSolidList"/>
    <dgm:cxn modelId="{A14ABA6A-5418-4BB6-AF29-293523B621CC}" type="presParOf" srcId="{B1C9E474-8307-4675-8F53-3E0F4380566F}" destId="{91D520CC-6ED9-42A7-9137-C6C3E6885E80}" srcOrd="2" destOrd="0" presId="urn:microsoft.com/office/officeart/2018/2/layout/IconVerticalSolidList"/>
    <dgm:cxn modelId="{9C262094-D241-418B-899C-1520B74FEA9C}" type="presParOf" srcId="{91D520CC-6ED9-42A7-9137-C6C3E6885E80}" destId="{0ED653A9-0432-4226-B5DD-8D6D65A633E3}" srcOrd="0" destOrd="0" presId="urn:microsoft.com/office/officeart/2018/2/layout/IconVerticalSolidList"/>
    <dgm:cxn modelId="{8D1D6FD3-E661-47E8-879B-E14696259A4A}" type="presParOf" srcId="{91D520CC-6ED9-42A7-9137-C6C3E6885E80}" destId="{DA706D3A-D423-4882-B41A-7C16B219E030}" srcOrd="1" destOrd="0" presId="urn:microsoft.com/office/officeart/2018/2/layout/IconVerticalSolidList"/>
    <dgm:cxn modelId="{EB857608-4114-47D1-9167-59A099E4EB66}" type="presParOf" srcId="{91D520CC-6ED9-42A7-9137-C6C3E6885E80}" destId="{B980F5ED-5956-4EFF-AFA5-1DD8DE78AC9D}" srcOrd="2" destOrd="0" presId="urn:microsoft.com/office/officeart/2018/2/layout/IconVerticalSolidList"/>
    <dgm:cxn modelId="{01D8CDA3-5463-4059-9D4A-776F4B79FC66}" type="presParOf" srcId="{91D520CC-6ED9-42A7-9137-C6C3E6885E80}" destId="{77D7E506-9384-44E2-9DB1-DEFF4B7E99BD}" srcOrd="3" destOrd="0" presId="urn:microsoft.com/office/officeart/2018/2/layout/IconVerticalSolidList"/>
    <dgm:cxn modelId="{CEE6996F-005E-409E-B69A-323D19AA126E}" type="presParOf" srcId="{B1C9E474-8307-4675-8F53-3E0F4380566F}" destId="{B386C4C5-2CA9-4F57-8297-993D73D5094B}" srcOrd="3" destOrd="0" presId="urn:microsoft.com/office/officeart/2018/2/layout/IconVerticalSolidList"/>
    <dgm:cxn modelId="{17F900E9-5875-4E6F-B75F-45EFBED376A6}" type="presParOf" srcId="{B1C9E474-8307-4675-8F53-3E0F4380566F}" destId="{8953CF92-41CE-4EFA-AC7D-0CC21D9540C2}" srcOrd="4" destOrd="0" presId="urn:microsoft.com/office/officeart/2018/2/layout/IconVerticalSolidList"/>
    <dgm:cxn modelId="{68A6F824-D623-4D8E-8B2C-48A000608CA0}" type="presParOf" srcId="{8953CF92-41CE-4EFA-AC7D-0CC21D9540C2}" destId="{1E6CC013-39D0-46DA-881C-5EEDE8C446F3}" srcOrd="0" destOrd="0" presId="urn:microsoft.com/office/officeart/2018/2/layout/IconVerticalSolidList"/>
    <dgm:cxn modelId="{177C6270-EE42-4DD0-BD12-4AB7D5155FA3}" type="presParOf" srcId="{8953CF92-41CE-4EFA-AC7D-0CC21D9540C2}" destId="{F5EB07C1-0769-48A2-A501-F2B06B5E596D}" srcOrd="1" destOrd="0" presId="urn:microsoft.com/office/officeart/2018/2/layout/IconVerticalSolidList"/>
    <dgm:cxn modelId="{F76A41D9-7B3E-4B03-9B48-C7EB91A52C9D}" type="presParOf" srcId="{8953CF92-41CE-4EFA-AC7D-0CC21D9540C2}" destId="{2EBF8CA2-01F7-4A59-BA08-B61F111A9E3D}" srcOrd="2" destOrd="0" presId="urn:microsoft.com/office/officeart/2018/2/layout/IconVerticalSolidList"/>
    <dgm:cxn modelId="{720EEBCF-BF2E-4E9C-A721-E422ABBC98C4}" type="presParOf" srcId="{8953CF92-41CE-4EFA-AC7D-0CC21D9540C2}" destId="{2C3AF3B0-65F8-4942-8BF9-65484B48150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A0DB14-72F6-4223-B675-28D83CD285F3}">
      <dsp:nvSpPr>
        <dsp:cNvPr id="0" name=""/>
        <dsp:cNvSpPr/>
      </dsp:nvSpPr>
      <dsp:spPr>
        <a:xfrm>
          <a:off x="0" y="328"/>
          <a:ext cx="11181456" cy="768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EC838E-94F4-445A-AE0B-E52C84C8E821}">
      <dsp:nvSpPr>
        <dsp:cNvPr id="0" name=""/>
        <dsp:cNvSpPr/>
      </dsp:nvSpPr>
      <dsp:spPr>
        <a:xfrm>
          <a:off x="232395" y="173184"/>
          <a:ext cx="422537" cy="4225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1DA738-1024-43CB-B8F3-6EADA1662E99}">
      <dsp:nvSpPr>
        <dsp:cNvPr id="0" name=""/>
        <dsp:cNvSpPr/>
      </dsp:nvSpPr>
      <dsp:spPr>
        <a:xfrm>
          <a:off x="887328" y="328"/>
          <a:ext cx="10294127" cy="768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6" tIns="81306" rIns="81306" bIns="81306" numCol="1" spcCol="1270" anchor="ctr" anchorCtr="0">
          <a:noAutofit/>
        </a:bodyPr>
        <a:lstStyle/>
        <a:p>
          <a:pPr marL="0" lvl="0" indent="0" algn="l" defTabSz="622300">
            <a:lnSpc>
              <a:spcPct val="100000"/>
            </a:lnSpc>
            <a:spcBef>
              <a:spcPct val="0"/>
            </a:spcBef>
            <a:spcAft>
              <a:spcPct val="35000"/>
            </a:spcAft>
            <a:buNone/>
          </a:pPr>
          <a:r>
            <a:rPr lang="en-US" sz="1400" kern="1200"/>
            <a:t>Frontend: Handles user interaction and display, including keyboard input, ASCII/graphical rendering, and score output.</a:t>
          </a:r>
        </a:p>
      </dsp:txBody>
      <dsp:txXfrm>
        <a:off x="887328" y="328"/>
        <a:ext cx="10294127" cy="768250"/>
      </dsp:txXfrm>
    </dsp:sp>
    <dsp:sp modelId="{0ED653A9-0432-4226-B5DD-8D6D65A633E3}">
      <dsp:nvSpPr>
        <dsp:cNvPr id="0" name=""/>
        <dsp:cNvSpPr/>
      </dsp:nvSpPr>
      <dsp:spPr>
        <a:xfrm>
          <a:off x="0" y="960640"/>
          <a:ext cx="11181456" cy="768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706D3A-D423-4882-B41A-7C16B219E030}">
      <dsp:nvSpPr>
        <dsp:cNvPr id="0" name=""/>
        <dsp:cNvSpPr/>
      </dsp:nvSpPr>
      <dsp:spPr>
        <a:xfrm>
          <a:off x="232395" y="1133497"/>
          <a:ext cx="422537" cy="4225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D7E506-9384-44E2-9DB1-DEFF4B7E99BD}">
      <dsp:nvSpPr>
        <dsp:cNvPr id="0" name=""/>
        <dsp:cNvSpPr/>
      </dsp:nvSpPr>
      <dsp:spPr>
        <a:xfrm>
          <a:off x="887328" y="960640"/>
          <a:ext cx="10294127" cy="768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6" tIns="81306" rIns="81306" bIns="81306" numCol="1" spcCol="1270" anchor="ctr" anchorCtr="0">
          <a:noAutofit/>
        </a:bodyPr>
        <a:lstStyle/>
        <a:p>
          <a:pPr marL="0" lvl="0" indent="0" algn="l" defTabSz="622300">
            <a:lnSpc>
              <a:spcPct val="100000"/>
            </a:lnSpc>
            <a:spcBef>
              <a:spcPct val="0"/>
            </a:spcBef>
            <a:spcAft>
              <a:spcPct val="35000"/>
            </a:spcAft>
            <a:buNone/>
          </a:pPr>
          <a:r>
            <a:rPr lang="en-US" sz="1400" kern="1200"/>
            <a:t>Backend: Manages game state and logic. The game engine coordinates the snake, food, map, and score classes to update positions and detect collisions.</a:t>
          </a:r>
        </a:p>
      </dsp:txBody>
      <dsp:txXfrm>
        <a:off x="887328" y="960640"/>
        <a:ext cx="10294127" cy="768250"/>
      </dsp:txXfrm>
    </dsp:sp>
    <dsp:sp modelId="{1E6CC013-39D0-46DA-881C-5EEDE8C446F3}">
      <dsp:nvSpPr>
        <dsp:cNvPr id="0" name=""/>
        <dsp:cNvSpPr/>
      </dsp:nvSpPr>
      <dsp:spPr>
        <a:xfrm>
          <a:off x="0" y="1920953"/>
          <a:ext cx="11181456" cy="768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EB07C1-0769-48A2-A501-F2B06B5E596D}">
      <dsp:nvSpPr>
        <dsp:cNvPr id="0" name=""/>
        <dsp:cNvSpPr/>
      </dsp:nvSpPr>
      <dsp:spPr>
        <a:xfrm>
          <a:off x="232395" y="2093809"/>
          <a:ext cx="422537" cy="4225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3AF3B0-65F8-4942-8BF9-65484B48150C}">
      <dsp:nvSpPr>
        <dsp:cNvPr id="0" name=""/>
        <dsp:cNvSpPr/>
      </dsp:nvSpPr>
      <dsp:spPr>
        <a:xfrm>
          <a:off x="887328" y="1920953"/>
          <a:ext cx="10294127" cy="768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306" tIns="81306" rIns="81306" bIns="81306" numCol="1" spcCol="1270" anchor="ctr" anchorCtr="0">
          <a:noAutofit/>
        </a:bodyPr>
        <a:lstStyle/>
        <a:p>
          <a:pPr marL="0" lvl="0" indent="0" algn="l" defTabSz="622300">
            <a:lnSpc>
              <a:spcPct val="100000"/>
            </a:lnSpc>
            <a:spcBef>
              <a:spcPct val="0"/>
            </a:spcBef>
            <a:spcAft>
              <a:spcPct val="35000"/>
            </a:spcAft>
            <a:buNone/>
          </a:pPr>
          <a:r>
            <a:rPr lang="en-US" sz="1400" kern="1200"/>
            <a:t>Frontend and backend continuously interact. Player input flows to the engine, which updates state, and the renderer outputs new frames. This separation ensures modular design, easier debugging, and flexibility for future graphical upgrades.</a:t>
          </a:r>
        </a:p>
      </dsp:txBody>
      <dsp:txXfrm>
        <a:off x="887328" y="1920953"/>
        <a:ext cx="10294127" cy="76825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10/28/2025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6431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10/28/2025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29379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10/28/2025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337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10/28/2025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47058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10/28/2025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67521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10/28/2025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187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10/28/2025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0587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10/28/2025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32052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10/28/2025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59560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10/28/2025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4223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10/28/2025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385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10/28/2025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7377781"/>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00" r:id="rId7"/>
    <p:sldLayoutId id="2147483701" r:id="rId8"/>
    <p:sldLayoutId id="2147483702" r:id="rId9"/>
    <p:sldLayoutId id="2147483703" r:id="rId10"/>
    <p:sldLayoutId id="2147483705"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lay.google.com/store/apps/details?id=com.MDA.Snake"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74F126-2307-2A5A-DF3B-7D07F07072E3}"/>
              </a:ext>
            </a:extLst>
          </p:cNvPr>
          <p:cNvSpPr>
            <a:spLocks noGrp="1"/>
          </p:cNvSpPr>
          <p:nvPr>
            <p:ph type="ctrTitle"/>
          </p:nvPr>
        </p:nvSpPr>
        <p:spPr>
          <a:xfrm>
            <a:off x="640080" y="1434438"/>
            <a:ext cx="3437467" cy="2612976"/>
          </a:xfrm>
        </p:spPr>
        <p:txBody>
          <a:bodyPr anchor="t">
            <a:normAutofit/>
          </a:bodyPr>
          <a:lstStyle/>
          <a:p>
            <a:r>
              <a:rPr lang="en-US" sz="4400"/>
              <a:t>Create a Snake Game</a:t>
            </a:r>
          </a:p>
        </p:txBody>
      </p:sp>
      <p:sp>
        <p:nvSpPr>
          <p:cNvPr id="3" name="Subtitle 2">
            <a:extLst>
              <a:ext uri="{FF2B5EF4-FFF2-40B4-BE49-F238E27FC236}">
                <a16:creationId xmlns:a16="http://schemas.microsoft.com/office/drawing/2014/main" id="{504D3E8D-3DFD-84DB-81D9-60A56F261F18}"/>
              </a:ext>
            </a:extLst>
          </p:cNvPr>
          <p:cNvSpPr>
            <a:spLocks noGrp="1"/>
          </p:cNvSpPr>
          <p:nvPr>
            <p:ph type="subTitle" idx="1"/>
          </p:nvPr>
        </p:nvSpPr>
        <p:spPr>
          <a:xfrm>
            <a:off x="669845" y="3624963"/>
            <a:ext cx="3977401" cy="1160231"/>
          </a:xfrm>
        </p:spPr>
        <p:txBody>
          <a:bodyPr anchor="b">
            <a:normAutofit/>
          </a:bodyPr>
          <a:lstStyle/>
          <a:p>
            <a:r>
              <a:rPr lang="en-US"/>
              <a:t>By David, Spade, Brian</a:t>
            </a:r>
          </a:p>
        </p:txBody>
      </p:sp>
      <p:pic>
        <p:nvPicPr>
          <p:cNvPr id="6" name="Picture 5" descr="A green snake with a red apple&#10;&#10;AI-generated content may be incorrect.">
            <a:extLst>
              <a:ext uri="{FF2B5EF4-FFF2-40B4-BE49-F238E27FC236}">
                <a16:creationId xmlns:a16="http://schemas.microsoft.com/office/drawing/2014/main" id="{8CF43E84-75EE-F04A-1D87-7BD56F7C8A6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65410" y="990201"/>
            <a:ext cx="4818027" cy="4818027"/>
          </a:xfrm>
          <a:prstGeom prst="rect">
            <a:avLst/>
          </a:prstGeom>
        </p:spPr>
      </p:pic>
      <p:cxnSp>
        <p:nvCxnSpPr>
          <p:cNvPr id="25" name="Straight Connector 24">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752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9" name="Picture 8" descr="Cartoon snake with long teeth&#10;&#10;AI-generated content may be incorrect.">
            <a:extLst>
              <a:ext uri="{FF2B5EF4-FFF2-40B4-BE49-F238E27FC236}">
                <a16:creationId xmlns:a16="http://schemas.microsoft.com/office/drawing/2014/main" id="{DABA8ADF-A4C6-95D6-999A-170419E0D537}"/>
              </a:ext>
            </a:extLst>
          </p:cNvPr>
          <p:cNvPicPr>
            <a:picLocks noChangeAspect="1"/>
          </p:cNvPicPr>
          <p:nvPr/>
        </p:nvPicPr>
        <p:blipFill>
          <a:blip r:embed="rId2">
            <a:alphaModFix/>
            <a:extLst>
              <a:ext uri="{28A0092B-C50C-407E-A947-70E740481C1C}">
                <a14:useLocalDpi xmlns:a14="http://schemas.microsoft.com/office/drawing/2010/main" val="0"/>
              </a:ext>
            </a:extLst>
          </a:blip>
          <a:srcRect l="6013" r="10920"/>
          <a:stretch>
            <a:fillRect/>
          </a:stretch>
        </p:blipFill>
        <p:spPr>
          <a:xfrm>
            <a:off x="-4704" y="10"/>
            <a:ext cx="5696712" cy="6857990"/>
          </a:xfrm>
          <a:prstGeom prst="rect">
            <a:avLst/>
          </a:prstGeom>
        </p:spPr>
      </p:pic>
      <p:sp>
        <p:nvSpPr>
          <p:cNvPr id="13" name="Rectangle 12">
            <a:extLst>
              <a:ext uri="{FF2B5EF4-FFF2-40B4-BE49-F238E27FC236}">
                <a16:creationId xmlns:a16="http://schemas.microsoft.com/office/drawing/2014/main" id="{F7017262-EEEC-4F5E-917D-A55E68A11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0375" y="-480370"/>
            <a:ext cx="4735963" cy="5696712"/>
          </a:xfrm>
          <a:prstGeom prst="rect">
            <a:avLst/>
          </a:prstGeom>
          <a:gradFill flip="none" rotWithShape="1">
            <a:gsLst>
              <a:gs pos="0">
                <a:srgbClr val="000000">
                  <a:alpha val="0"/>
                </a:srgbClr>
              </a:gs>
              <a:gs pos="58000">
                <a:srgbClr val="000000">
                  <a:alpha val="55000"/>
                </a:srgbClr>
              </a:gs>
              <a:gs pos="93000">
                <a:srgbClr val="000000">
                  <a:alpha val="64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4668D5B6-D26E-E4AB-7D6C-35A0E479FEF1}"/>
              </a:ext>
            </a:extLst>
          </p:cNvPr>
          <p:cNvSpPr>
            <a:spLocks noGrp="1"/>
          </p:cNvSpPr>
          <p:nvPr>
            <p:ph type="title"/>
          </p:nvPr>
        </p:nvSpPr>
        <p:spPr>
          <a:xfrm>
            <a:off x="642519" y="1371601"/>
            <a:ext cx="4023360" cy="2671482"/>
          </a:xfrm>
        </p:spPr>
        <p:txBody>
          <a:bodyPr>
            <a:normAutofit/>
          </a:bodyPr>
          <a:lstStyle/>
          <a:p>
            <a:r>
              <a:rPr lang="en-US">
                <a:solidFill>
                  <a:srgbClr val="FFFFFF"/>
                </a:solidFill>
              </a:rPr>
              <a:t>Motivation and Objectives</a:t>
            </a:r>
          </a:p>
        </p:txBody>
      </p:sp>
      <p:cxnSp>
        <p:nvCxnSpPr>
          <p:cNvPr id="15" name="Straight Connector 14">
            <a:extLst>
              <a:ext uri="{FF2B5EF4-FFF2-40B4-BE49-F238E27FC236}">
                <a16:creationId xmlns:a16="http://schemas.microsoft.com/office/drawing/2014/main" id="{9A3EDAAA-869E-4AA2-A7CE-BF2C025963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18"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DD1D8AA-B54D-479E-71C3-595DD094BA46}"/>
              </a:ext>
            </a:extLst>
          </p:cNvPr>
          <p:cNvSpPr>
            <a:spLocks noGrp="1"/>
          </p:cNvSpPr>
          <p:nvPr>
            <p:ph idx="1"/>
          </p:nvPr>
        </p:nvSpPr>
        <p:spPr>
          <a:xfrm>
            <a:off x="5922122" y="349803"/>
            <a:ext cx="6269878" cy="6508197"/>
          </a:xfrm>
        </p:spPr>
        <p:txBody>
          <a:bodyPr>
            <a:normAutofit fontScale="92500" lnSpcReduction="10000"/>
          </a:bodyPr>
          <a:lstStyle/>
          <a:p>
            <a:pPr marL="0" indent="0">
              <a:lnSpc>
                <a:spcPct val="110000"/>
              </a:lnSpc>
              <a:buNone/>
            </a:pPr>
            <a:r>
              <a:rPr lang="en-US" sz="2200" b="1"/>
              <a:t>Motivation</a:t>
            </a:r>
            <a:r>
              <a:rPr lang="en-US"/>
              <a:t>:</a:t>
            </a:r>
          </a:p>
          <a:p>
            <a:pPr>
              <a:lnSpc>
                <a:spcPct val="110000"/>
              </a:lnSpc>
            </a:pPr>
            <a:r>
              <a:rPr lang="en-US" sz="1900"/>
              <a:t>Snake is a classic arcade game. Its rules are simple, </a:t>
            </a:r>
            <a:r>
              <a:rPr lang="en-US" altLang="zh-CN" sz="1900"/>
              <a:t>but</a:t>
            </a:r>
            <a:r>
              <a:rPr lang="en-US" sz="1900"/>
              <a:t> its gameplay is captivating.</a:t>
            </a:r>
          </a:p>
          <a:p>
            <a:pPr>
              <a:lnSpc>
                <a:spcPct val="110000"/>
              </a:lnSpc>
            </a:pPr>
            <a:r>
              <a:rPr lang="en-US" sz="1900"/>
              <a:t>It's ideal for demonstrating C++ fundamentals like object-oriented </a:t>
            </a:r>
            <a:r>
              <a:rPr lang="en-US" altLang="zh-CN" sz="1900"/>
              <a:t>design</a:t>
            </a:r>
            <a:r>
              <a:rPr lang="en-US" sz="1900"/>
              <a:t>, data structures, and memory management.</a:t>
            </a:r>
          </a:p>
          <a:p>
            <a:pPr>
              <a:lnSpc>
                <a:spcPct val="110000"/>
              </a:lnSpc>
            </a:pPr>
            <a:r>
              <a:rPr lang="en-US" sz="1900"/>
              <a:t>It offers opportunities to integrate graphics libraries </a:t>
            </a:r>
          </a:p>
          <a:p>
            <a:pPr marL="0" indent="0">
              <a:lnSpc>
                <a:spcPct val="110000"/>
              </a:lnSpc>
              <a:buNone/>
            </a:pPr>
            <a:r>
              <a:rPr lang="en-US" sz="1900"/>
              <a:t>	- SFML, SDL, or </a:t>
            </a:r>
            <a:r>
              <a:rPr lang="en-US" sz="1900" err="1"/>
              <a:t>ncurses</a:t>
            </a:r>
            <a:r>
              <a:rPr lang="en-US" sz="1900"/>
              <a:t>.</a:t>
            </a:r>
          </a:p>
          <a:p>
            <a:pPr>
              <a:lnSpc>
                <a:spcPct val="110000"/>
              </a:lnSpc>
            </a:pPr>
            <a:r>
              <a:rPr lang="en-US" sz="1900"/>
              <a:t>It encourages team collaboration in design, coding, and testing.</a:t>
            </a:r>
          </a:p>
          <a:p>
            <a:pPr marL="0" indent="0">
              <a:lnSpc>
                <a:spcPct val="110000"/>
              </a:lnSpc>
              <a:buNone/>
            </a:pPr>
            <a:r>
              <a:rPr lang="en-US" sz="2200" b="1"/>
              <a:t>Objectives</a:t>
            </a:r>
            <a:r>
              <a:rPr lang="en-US"/>
              <a:t>:</a:t>
            </a:r>
          </a:p>
          <a:p>
            <a:pPr>
              <a:lnSpc>
                <a:spcPct val="110000"/>
              </a:lnSpc>
            </a:pPr>
            <a:r>
              <a:rPr lang="en-US" sz="1900"/>
              <a:t>Implement a fully functional Snake game with smooth controls and collision detection.</a:t>
            </a:r>
          </a:p>
          <a:p>
            <a:pPr>
              <a:lnSpc>
                <a:spcPct val="110000"/>
              </a:lnSpc>
            </a:pPr>
            <a:r>
              <a:rPr lang="en-US" altLang="zh-CN" sz="1900"/>
              <a:t>Using</a:t>
            </a:r>
            <a:r>
              <a:rPr lang="en-US" sz="1900"/>
              <a:t> object-oriented design. Encapsulate the snake, food, and game engine as separate classes.</a:t>
            </a:r>
          </a:p>
          <a:p>
            <a:pPr>
              <a:lnSpc>
                <a:spcPct val="110000"/>
              </a:lnSpc>
            </a:pPr>
            <a:r>
              <a:rPr lang="en-US" sz="1900"/>
              <a:t>Ensure modular, maintainable code with high durability.</a:t>
            </a:r>
          </a:p>
          <a:p>
            <a:pPr>
              <a:lnSpc>
                <a:spcPct val="110000"/>
              </a:lnSpc>
            </a:pPr>
            <a:r>
              <a:rPr lang="en-US" sz="1900"/>
              <a:t>Deliver a highly playable, polished game with room for future upgrades (leaderboards, levels, obstacles).</a:t>
            </a:r>
          </a:p>
          <a:p>
            <a:pPr>
              <a:lnSpc>
                <a:spcPct val="110000"/>
              </a:lnSpc>
            </a:pPr>
            <a:endParaRPr lang="en-US" sz="1400"/>
          </a:p>
        </p:txBody>
      </p:sp>
    </p:spTree>
    <p:extLst>
      <p:ext uri="{BB962C8B-B14F-4D97-AF65-F5344CB8AC3E}">
        <p14:creationId xmlns:p14="http://schemas.microsoft.com/office/powerpoint/2010/main" val="1521650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2D4D0-D662-A5A6-35A4-312EB5D41437}"/>
              </a:ext>
            </a:extLst>
          </p:cNvPr>
          <p:cNvSpPr>
            <a:spLocks noGrp="1"/>
          </p:cNvSpPr>
          <p:nvPr>
            <p:ph type="title"/>
          </p:nvPr>
        </p:nvSpPr>
        <p:spPr/>
        <p:txBody>
          <a:bodyPr/>
          <a:lstStyle/>
          <a:p>
            <a:r>
              <a:rPr lang="en-US"/>
              <a:t>High-level Design</a:t>
            </a:r>
          </a:p>
        </p:txBody>
      </p:sp>
      <p:sp>
        <p:nvSpPr>
          <p:cNvPr id="3" name="Content Placeholder 2">
            <a:extLst>
              <a:ext uri="{FF2B5EF4-FFF2-40B4-BE49-F238E27FC236}">
                <a16:creationId xmlns:a16="http://schemas.microsoft.com/office/drawing/2014/main" id="{CB29376A-7782-B282-EF85-53B2435EE1DF}"/>
              </a:ext>
            </a:extLst>
          </p:cNvPr>
          <p:cNvSpPr>
            <a:spLocks noGrp="1"/>
          </p:cNvSpPr>
          <p:nvPr>
            <p:ph idx="1"/>
          </p:nvPr>
        </p:nvSpPr>
        <p:spPr/>
        <p:txBody>
          <a:bodyPr vert="horz" lIns="91440" tIns="45720" rIns="91440" bIns="45720" rtlCol="0" anchor="t">
            <a:normAutofit/>
          </a:bodyPr>
          <a:lstStyle/>
          <a:p>
            <a:r>
              <a:rPr lang="en-US" sz="2400">
                <a:ea typeface="+mn-lt"/>
                <a:cs typeface="+mn-lt"/>
              </a:rPr>
              <a:t>Game Engine: Main loop, refresh, input and output processing.</a:t>
            </a:r>
          </a:p>
          <a:p>
            <a:r>
              <a:rPr lang="en-US" sz="2400">
                <a:ea typeface="+mn-lt"/>
                <a:cs typeface="+mn-lt"/>
              </a:rPr>
              <a:t>Snake Class: Manage the body, movement, growth, and collision detection of snakes.</a:t>
            </a:r>
          </a:p>
          <a:p>
            <a:r>
              <a:rPr lang="en-US" sz="2400">
                <a:ea typeface="+mn-lt"/>
                <a:cs typeface="+mn-lt"/>
              </a:rPr>
              <a:t>Food Class: Randomly generate food locations.</a:t>
            </a:r>
          </a:p>
          <a:p>
            <a:r>
              <a:rPr lang="en-US" sz="2400">
                <a:ea typeface="+mn-lt"/>
                <a:cs typeface="+mn-lt"/>
              </a:rPr>
              <a:t>Map Class: Define game boundaries.</a:t>
            </a:r>
          </a:p>
          <a:p>
            <a:r>
              <a:rPr lang="en-US" sz="2400">
                <a:ea typeface="+mn-lt"/>
                <a:cs typeface="+mn-lt"/>
              </a:rPr>
              <a:t>Score Manager: Track and record scores.</a:t>
            </a:r>
          </a:p>
        </p:txBody>
      </p:sp>
    </p:spTree>
    <p:extLst>
      <p:ext uri="{BB962C8B-B14F-4D97-AF65-F5344CB8AC3E}">
        <p14:creationId xmlns:p14="http://schemas.microsoft.com/office/powerpoint/2010/main" val="163477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6B2CBE-A8B9-6C4A-BE73-4FD57C5E0DA1}"/>
              </a:ext>
            </a:extLst>
          </p:cNvPr>
          <p:cNvSpPr>
            <a:spLocks noGrp="1"/>
          </p:cNvSpPr>
          <p:nvPr>
            <p:ph type="title"/>
          </p:nvPr>
        </p:nvSpPr>
        <p:spPr>
          <a:xfrm>
            <a:off x="462718" y="375744"/>
            <a:ext cx="10847494" cy="1171069"/>
          </a:xfrm>
        </p:spPr>
        <p:txBody>
          <a:bodyPr anchor="t">
            <a:normAutofit/>
          </a:bodyPr>
          <a:lstStyle/>
          <a:p>
            <a:r>
              <a:rPr lang="en-US">
                <a:ea typeface="+mj-lt"/>
                <a:cs typeface="+mj-lt"/>
              </a:rPr>
              <a:t>Class Design Plan</a:t>
            </a:r>
            <a:endParaRPr lang="en-US"/>
          </a:p>
        </p:txBody>
      </p:sp>
      <p:pic>
        <p:nvPicPr>
          <p:cNvPr id="4" name="Picture 3">
            <a:extLst>
              <a:ext uri="{FF2B5EF4-FFF2-40B4-BE49-F238E27FC236}">
                <a16:creationId xmlns:a16="http://schemas.microsoft.com/office/drawing/2014/main" id="{D12B51EC-DAE8-FFFD-D987-417500A9CBE1}"/>
              </a:ext>
            </a:extLst>
          </p:cNvPr>
          <p:cNvPicPr>
            <a:picLocks noChangeAspect="1"/>
          </p:cNvPicPr>
          <p:nvPr/>
        </p:nvPicPr>
        <p:blipFill>
          <a:blip r:embed="rId2"/>
          <a:stretch>
            <a:fillRect/>
          </a:stretch>
        </p:blipFill>
        <p:spPr>
          <a:xfrm>
            <a:off x="781702" y="1212247"/>
            <a:ext cx="5633646" cy="3760459"/>
          </a:xfrm>
          <a:prstGeom prst="rect">
            <a:avLst/>
          </a:prstGeom>
        </p:spPr>
      </p:pic>
      <p:sp>
        <p:nvSpPr>
          <p:cNvPr id="3" name="Content Placeholder 2">
            <a:extLst>
              <a:ext uri="{FF2B5EF4-FFF2-40B4-BE49-F238E27FC236}">
                <a16:creationId xmlns:a16="http://schemas.microsoft.com/office/drawing/2014/main" id="{670210C7-5F7B-CE7A-82FA-97DD5BF96FDA}"/>
              </a:ext>
            </a:extLst>
          </p:cNvPr>
          <p:cNvSpPr>
            <a:spLocks noGrp="1"/>
          </p:cNvSpPr>
          <p:nvPr>
            <p:ph idx="1"/>
          </p:nvPr>
        </p:nvSpPr>
        <p:spPr>
          <a:xfrm>
            <a:off x="6734331" y="375494"/>
            <a:ext cx="4580560" cy="5746357"/>
          </a:xfrm>
        </p:spPr>
        <p:txBody>
          <a:bodyPr vert="horz" lIns="91440" tIns="45720" rIns="91440" bIns="45720" rtlCol="0" anchor="t">
            <a:noAutofit/>
          </a:bodyPr>
          <a:lstStyle/>
          <a:p>
            <a:pPr>
              <a:buNone/>
            </a:pPr>
            <a:r>
              <a:rPr lang="en-US" sz="1600" b="1">
                <a:latin typeface="Grandview Display"/>
                <a:ea typeface="Calibri"/>
                <a:cs typeface="Calibri"/>
              </a:rPr>
              <a:t>Main Classes</a:t>
            </a:r>
            <a:endParaRPr lang="en-US" sz="1600">
              <a:latin typeface="Grandview Display"/>
              <a:ea typeface="Calibri"/>
              <a:cs typeface="Calibri"/>
            </a:endParaRPr>
          </a:p>
          <a:p>
            <a:pPr>
              <a:buFont typeface="Arial"/>
            </a:pPr>
            <a:r>
              <a:rPr lang="en-US" sz="1600" b="1">
                <a:latin typeface="Grandview Display"/>
                <a:ea typeface="+mn-lt"/>
                <a:cs typeface="+mn-lt"/>
              </a:rPr>
              <a:t>Game</a:t>
            </a:r>
            <a:r>
              <a:rPr lang="en-US" sz="1600">
                <a:latin typeface="Grandview Display"/>
                <a:ea typeface="+mn-lt"/>
                <a:cs typeface="+mn-lt"/>
              </a:rPr>
              <a:t> – Core controller that runs the main loop and manages all components.</a:t>
            </a:r>
          </a:p>
          <a:p>
            <a:pPr>
              <a:buFont typeface="Arial"/>
            </a:pPr>
            <a:r>
              <a:rPr lang="en-US" sz="1600" b="1">
                <a:latin typeface="Grandview Display"/>
                <a:ea typeface="+mn-lt"/>
                <a:cs typeface="+mn-lt"/>
              </a:rPr>
              <a:t>Snake</a:t>
            </a:r>
            <a:r>
              <a:rPr lang="en-US" sz="1600">
                <a:latin typeface="Grandview Display"/>
                <a:ea typeface="+mn-lt"/>
                <a:cs typeface="+mn-lt"/>
              </a:rPr>
              <a:t> – Stores the body and handles movement &amp; self-collision.</a:t>
            </a:r>
          </a:p>
          <a:p>
            <a:pPr>
              <a:buFont typeface="Arial"/>
            </a:pPr>
            <a:r>
              <a:rPr lang="en-US" sz="1600" b="1">
                <a:latin typeface="Grandview Display"/>
                <a:ea typeface="+mn-lt"/>
                <a:cs typeface="+mn-lt"/>
              </a:rPr>
              <a:t>Food</a:t>
            </a:r>
            <a:r>
              <a:rPr lang="en-US" sz="1600">
                <a:latin typeface="Grandview Display"/>
                <a:ea typeface="+mn-lt"/>
                <a:cs typeface="+mn-lt"/>
              </a:rPr>
              <a:t> – Randomly spawns new items on the grid.</a:t>
            </a:r>
          </a:p>
          <a:p>
            <a:pPr>
              <a:buFont typeface="Arial"/>
            </a:pPr>
            <a:r>
              <a:rPr lang="en-US" sz="1600" b="1">
                <a:latin typeface="Grandview Display"/>
                <a:ea typeface="+mn-lt"/>
                <a:cs typeface="+mn-lt"/>
              </a:rPr>
              <a:t>Point</a:t>
            </a:r>
            <a:r>
              <a:rPr lang="en-US" sz="1600">
                <a:latin typeface="Grandview Display"/>
                <a:ea typeface="+mn-lt"/>
                <a:cs typeface="+mn-lt"/>
              </a:rPr>
              <a:t> – Represents coordinate positions used by Snake and Food.</a:t>
            </a:r>
            <a:endParaRPr lang="en-US" sz="1600">
              <a:latin typeface="Grandview Display"/>
              <a:ea typeface="Calibri"/>
              <a:cs typeface="Calibri"/>
            </a:endParaRPr>
          </a:p>
          <a:p>
            <a:pPr marL="0" indent="0">
              <a:buNone/>
            </a:pPr>
            <a:r>
              <a:rPr lang="en-US" sz="1600" b="1">
                <a:latin typeface="Grandview Display"/>
                <a:ea typeface="Calibri"/>
                <a:cs typeface="Calibri"/>
              </a:rPr>
              <a:t>Relationships</a:t>
            </a:r>
            <a:endParaRPr lang="en-US" sz="1600">
              <a:latin typeface="Grandview Display"/>
              <a:ea typeface="Calibri"/>
              <a:cs typeface="Calibri"/>
            </a:endParaRPr>
          </a:p>
          <a:p>
            <a:pPr>
              <a:buFont typeface="Arial"/>
            </a:pPr>
            <a:r>
              <a:rPr lang="en-US" sz="1600">
                <a:latin typeface="Grandview Display"/>
                <a:ea typeface="+mn-lt"/>
                <a:cs typeface="+mn-lt"/>
              </a:rPr>
              <a:t>Game </a:t>
            </a:r>
            <a:r>
              <a:rPr lang="en-US" sz="1600" b="1">
                <a:latin typeface="Grandview Display"/>
                <a:ea typeface="+mn-lt"/>
                <a:cs typeface="+mn-lt"/>
              </a:rPr>
              <a:t>owns</a:t>
            </a:r>
            <a:r>
              <a:rPr lang="en-US" sz="1600">
                <a:latin typeface="Grandview Display"/>
                <a:ea typeface="+mn-lt"/>
                <a:cs typeface="+mn-lt"/>
              </a:rPr>
              <a:t> both Snake and Food (composition).</a:t>
            </a:r>
          </a:p>
          <a:p>
            <a:pPr>
              <a:buFont typeface="Arial"/>
            </a:pPr>
            <a:r>
              <a:rPr lang="en-US" sz="1600">
                <a:latin typeface="Grandview Display"/>
                <a:ea typeface="+mn-lt"/>
                <a:cs typeface="+mn-lt"/>
              </a:rPr>
              <a:t>Snake </a:t>
            </a:r>
            <a:r>
              <a:rPr lang="en-US" sz="1600" b="1">
                <a:latin typeface="Grandview Display"/>
                <a:ea typeface="+mn-lt"/>
                <a:cs typeface="+mn-lt"/>
              </a:rPr>
              <a:t>uses</a:t>
            </a:r>
            <a:r>
              <a:rPr lang="en-US" sz="1600">
                <a:latin typeface="Grandview Display"/>
                <a:ea typeface="+mn-lt"/>
                <a:cs typeface="+mn-lt"/>
              </a:rPr>
              <a:t> Point objects to represent its body.</a:t>
            </a:r>
          </a:p>
          <a:p>
            <a:pPr>
              <a:buFont typeface="Arial"/>
            </a:pPr>
            <a:r>
              <a:rPr lang="en-US" sz="1600">
                <a:latin typeface="Grandview Display"/>
                <a:ea typeface="+mn-lt"/>
                <a:cs typeface="+mn-lt"/>
              </a:rPr>
              <a:t>Food </a:t>
            </a:r>
            <a:r>
              <a:rPr lang="en-US" sz="1600" b="1">
                <a:latin typeface="Grandview Display"/>
                <a:ea typeface="+mn-lt"/>
                <a:cs typeface="+mn-lt"/>
              </a:rPr>
              <a:t>interacts</a:t>
            </a:r>
            <a:r>
              <a:rPr lang="en-US" sz="1600">
                <a:latin typeface="Grandview Display"/>
                <a:ea typeface="+mn-lt"/>
                <a:cs typeface="+mn-lt"/>
              </a:rPr>
              <a:t> with Game to find available locations.</a:t>
            </a:r>
            <a:endParaRPr lang="en-US" sz="1600">
              <a:latin typeface="Grandview Display"/>
              <a:ea typeface="Calibri"/>
              <a:cs typeface="Calibri"/>
            </a:endParaRPr>
          </a:p>
          <a:p>
            <a:pPr marL="0" indent="0">
              <a:buNone/>
            </a:pPr>
            <a:endParaRPr lang="en-US" sz="1600"/>
          </a:p>
        </p:txBody>
      </p:sp>
      <p:cxnSp>
        <p:nvCxnSpPr>
          <p:cNvPr id="14" name="Straight Connector 13">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3B01B14-AB64-D891-F0C7-C33D653A2E96}"/>
              </a:ext>
            </a:extLst>
          </p:cNvPr>
          <p:cNvSpPr txBox="1"/>
          <p:nvPr/>
        </p:nvSpPr>
        <p:spPr>
          <a:xfrm>
            <a:off x="670032" y="4972706"/>
            <a:ext cx="5935718" cy="18846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20000"/>
              </a:lnSpc>
              <a:spcBef>
                <a:spcPts val="1000"/>
              </a:spcBef>
            </a:pPr>
            <a:r>
              <a:rPr lang="en-US" sz="1600" b="1"/>
              <a:t>Design Goal : </a:t>
            </a:r>
            <a:r>
              <a:rPr lang="en-US" sz="1600"/>
              <a:t>A clean, modular structure based on </a:t>
            </a:r>
            <a:r>
              <a:rPr lang="en-US" sz="1600" b="1"/>
              <a:t>object-oriented programming</a:t>
            </a:r>
            <a:r>
              <a:rPr lang="en-US" sz="1600"/>
              <a:t>,</a:t>
            </a:r>
            <a:br>
              <a:rPr lang="en-US" sz="1600"/>
            </a:br>
            <a:r>
              <a:rPr lang="en-US" sz="1600"/>
              <a:t>making the code easy to extend and maintain.</a:t>
            </a:r>
          </a:p>
          <a:p>
            <a:pPr>
              <a:lnSpc>
                <a:spcPct val="110000"/>
              </a:lnSpc>
              <a:spcBef>
                <a:spcPts val="1000"/>
              </a:spcBef>
            </a:pPr>
            <a:endParaRPr lang="en-US" sz="1100"/>
          </a:p>
          <a:p>
            <a:pPr marL="285750" indent="-285750">
              <a:lnSpc>
                <a:spcPct val="110000"/>
              </a:lnSpc>
              <a:spcBef>
                <a:spcPts val="1000"/>
              </a:spcBef>
              <a:buFont typeface="Arial"/>
              <a:buChar char="•"/>
            </a:pPr>
            <a:endParaRPr lang="en-US" sz="1100"/>
          </a:p>
          <a:p>
            <a:pPr algn="l"/>
            <a:endParaRPr lang="en-US"/>
          </a:p>
        </p:txBody>
      </p:sp>
    </p:spTree>
    <p:extLst>
      <p:ext uri="{BB962C8B-B14F-4D97-AF65-F5344CB8AC3E}">
        <p14:creationId xmlns:p14="http://schemas.microsoft.com/office/powerpoint/2010/main" val="456377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7209B02B-2D09-8015-FE82-F6BA9DA6C4DE}"/>
              </a:ext>
            </a:extLst>
          </p:cNvPr>
          <p:cNvGraphicFramePr>
            <a:graphicFrameLocks noGrp="1"/>
          </p:cNvGraphicFramePr>
          <p:nvPr>
            <p:extLst>
              <p:ext uri="{D42A27DB-BD31-4B8C-83A1-F6EECF244321}">
                <p14:modId xmlns:p14="http://schemas.microsoft.com/office/powerpoint/2010/main" val="1919012152"/>
              </p:ext>
            </p:extLst>
          </p:nvPr>
        </p:nvGraphicFramePr>
        <p:xfrm>
          <a:off x="1341939" y="1783080"/>
          <a:ext cx="2891167" cy="1645920"/>
        </p:xfrm>
        <a:graphic>
          <a:graphicData uri="http://schemas.openxmlformats.org/drawingml/2006/table">
            <a:tbl>
              <a:tblPr firstRow="1" bandRow="1">
                <a:tableStyleId>{5C22544A-7EE6-4342-B048-85BDC9FD1C3A}</a:tableStyleId>
              </a:tblPr>
              <a:tblGrid>
                <a:gridCol w="2891167">
                  <a:extLst>
                    <a:ext uri="{9D8B030D-6E8A-4147-A177-3AD203B41FA5}">
                      <a16:colId xmlns:a16="http://schemas.microsoft.com/office/drawing/2014/main" val="807314507"/>
                    </a:ext>
                  </a:extLst>
                </a:gridCol>
              </a:tblGrid>
              <a:tr h="418480">
                <a:tc>
                  <a:txBody>
                    <a:bodyPr/>
                    <a:lstStyle/>
                    <a:p>
                      <a:pPr algn="ctr">
                        <a:lnSpc>
                          <a:spcPct val="100000"/>
                        </a:lnSpc>
                        <a:spcBef>
                          <a:spcPts val="600"/>
                        </a:spcBef>
                      </a:pPr>
                      <a:r>
                        <a:rPr lang="en-US" sz="2400"/>
                        <a:t>Frontend</a:t>
                      </a:r>
                    </a:p>
                  </a:txBody>
                  <a:tcPr/>
                </a:tc>
                <a:extLst>
                  <a:ext uri="{0D108BD9-81ED-4DB2-BD59-A6C34878D82A}">
                    <a16:rowId xmlns:a16="http://schemas.microsoft.com/office/drawing/2014/main" val="4042635741"/>
                  </a:ext>
                </a:extLst>
              </a:tr>
              <a:tr h="1088049">
                <a:tc>
                  <a:txBody>
                    <a:bodyPr/>
                    <a:lstStyle/>
                    <a:p>
                      <a:pPr marL="285750" indent="-285750">
                        <a:buFont typeface="Arial" panose="020B0604020202020204" pitchFamily="34" charset="0"/>
                        <a:buChar char="•"/>
                      </a:pPr>
                      <a:r>
                        <a:rPr lang="en-US" sz="2400"/>
                        <a:t>Input Handler</a:t>
                      </a:r>
                    </a:p>
                    <a:p>
                      <a:pPr marL="285750" indent="-285750">
                        <a:buFont typeface="Arial" panose="020B0604020202020204" pitchFamily="34" charset="0"/>
                        <a:buChar char="•"/>
                      </a:pPr>
                      <a:r>
                        <a:rPr lang="en-US" sz="2400"/>
                        <a:t>Renderer/UI</a:t>
                      </a:r>
                    </a:p>
                    <a:p>
                      <a:pPr marL="285750" indent="-285750">
                        <a:buFont typeface="Arial" panose="020B0604020202020204" pitchFamily="34" charset="0"/>
                        <a:buChar char="•"/>
                      </a:pPr>
                      <a:r>
                        <a:rPr lang="en-US" sz="2400"/>
                        <a:t>Score Display</a:t>
                      </a:r>
                    </a:p>
                  </a:txBody>
                  <a:tcPr/>
                </a:tc>
                <a:extLst>
                  <a:ext uri="{0D108BD9-81ED-4DB2-BD59-A6C34878D82A}">
                    <a16:rowId xmlns:a16="http://schemas.microsoft.com/office/drawing/2014/main" val="684478071"/>
                  </a:ext>
                </a:extLst>
              </a:tr>
            </a:tbl>
          </a:graphicData>
        </a:graphic>
      </p:graphicFrame>
      <p:graphicFrame>
        <p:nvGraphicFramePr>
          <p:cNvPr id="7" name="Table 6">
            <a:extLst>
              <a:ext uri="{FF2B5EF4-FFF2-40B4-BE49-F238E27FC236}">
                <a16:creationId xmlns:a16="http://schemas.microsoft.com/office/drawing/2014/main" id="{CAE69669-0286-D1D0-F1AB-947B985A1EC4}"/>
              </a:ext>
            </a:extLst>
          </p:cNvPr>
          <p:cNvGraphicFramePr>
            <a:graphicFrameLocks noGrp="1"/>
          </p:cNvGraphicFramePr>
          <p:nvPr>
            <p:extLst>
              <p:ext uri="{D42A27DB-BD31-4B8C-83A1-F6EECF244321}">
                <p14:modId xmlns:p14="http://schemas.microsoft.com/office/powerpoint/2010/main" val="2551821988"/>
              </p:ext>
            </p:extLst>
          </p:nvPr>
        </p:nvGraphicFramePr>
        <p:xfrm>
          <a:off x="7687507" y="1780410"/>
          <a:ext cx="2891167" cy="1648590"/>
        </p:xfrm>
        <a:graphic>
          <a:graphicData uri="http://schemas.openxmlformats.org/drawingml/2006/table">
            <a:tbl>
              <a:tblPr firstRow="1" bandRow="1">
                <a:tableStyleId>{5C22544A-7EE6-4342-B048-85BDC9FD1C3A}</a:tableStyleId>
              </a:tblPr>
              <a:tblGrid>
                <a:gridCol w="2891167">
                  <a:extLst>
                    <a:ext uri="{9D8B030D-6E8A-4147-A177-3AD203B41FA5}">
                      <a16:colId xmlns:a16="http://schemas.microsoft.com/office/drawing/2014/main" val="807314507"/>
                    </a:ext>
                  </a:extLst>
                </a:gridCol>
              </a:tblGrid>
              <a:tr h="441028">
                <a:tc>
                  <a:txBody>
                    <a:bodyPr/>
                    <a:lstStyle/>
                    <a:p>
                      <a:pPr algn="ctr"/>
                      <a:r>
                        <a:rPr lang="en-US" sz="2400"/>
                        <a:t>Backend</a:t>
                      </a:r>
                    </a:p>
                  </a:txBody>
                  <a:tcPr/>
                </a:tc>
                <a:extLst>
                  <a:ext uri="{0D108BD9-81ED-4DB2-BD59-A6C34878D82A}">
                    <a16:rowId xmlns:a16="http://schemas.microsoft.com/office/drawing/2014/main" val="4042635741"/>
                  </a:ext>
                </a:extLst>
              </a:tr>
              <a:tr h="1191390">
                <a:tc>
                  <a:txBody>
                    <a:bodyPr/>
                    <a:lstStyle/>
                    <a:p>
                      <a:pPr marL="285750" indent="-285750">
                        <a:buFont typeface="Arial" panose="020B0604020202020204" pitchFamily="34" charset="0"/>
                        <a:buChar char="•"/>
                      </a:pPr>
                      <a:r>
                        <a:rPr lang="en-US" sz="2400"/>
                        <a:t>Game Engine</a:t>
                      </a:r>
                    </a:p>
                    <a:p>
                      <a:pPr marL="285750" indent="-285750">
                        <a:buFont typeface="Arial" panose="020B0604020202020204" pitchFamily="34" charset="0"/>
                        <a:buChar char="•"/>
                      </a:pPr>
                      <a:r>
                        <a:rPr lang="en-US" sz="2400"/>
                        <a:t>Snake, Food, Map</a:t>
                      </a:r>
                    </a:p>
                    <a:p>
                      <a:pPr marL="285750" indent="-285750">
                        <a:buFont typeface="Arial" panose="020B0604020202020204" pitchFamily="34" charset="0"/>
                        <a:buChar char="•"/>
                      </a:pPr>
                      <a:r>
                        <a:rPr lang="en-US" sz="2400"/>
                        <a:t>Collision Logic</a:t>
                      </a:r>
                    </a:p>
                  </a:txBody>
                  <a:tcPr/>
                </a:tc>
                <a:extLst>
                  <a:ext uri="{0D108BD9-81ED-4DB2-BD59-A6C34878D82A}">
                    <a16:rowId xmlns:a16="http://schemas.microsoft.com/office/drawing/2014/main" val="684478071"/>
                  </a:ext>
                </a:extLst>
              </a:tr>
            </a:tbl>
          </a:graphicData>
        </a:graphic>
      </p:graphicFrame>
      <p:sp>
        <p:nvSpPr>
          <p:cNvPr id="8" name="Arrow: Right 7">
            <a:extLst>
              <a:ext uri="{FF2B5EF4-FFF2-40B4-BE49-F238E27FC236}">
                <a16:creationId xmlns:a16="http://schemas.microsoft.com/office/drawing/2014/main" id="{C0888D70-086D-2C47-68C1-EBD64E328F86}"/>
              </a:ext>
            </a:extLst>
          </p:cNvPr>
          <p:cNvSpPr/>
          <p:nvPr/>
        </p:nvSpPr>
        <p:spPr>
          <a:xfrm>
            <a:off x="5364003" y="2184327"/>
            <a:ext cx="1987678" cy="84075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BA0DE27F-ABDD-1613-2557-9BC5A6F4CC0C}"/>
              </a:ext>
            </a:extLst>
          </p:cNvPr>
          <p:cNvSpPr/>
          <p:nvPr/>
        </p:nvSpPr>
        <p:spPr>
          <a:xfrm rot="10800000">
            <a:off x="4568932" y="2184326"/>
            <a:ext cx="1847211" cy="840757"/>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8183919-DD5C-8C01-22F8-A44F98038D00}"/>
              </a:ext>
            </a:extLst>
          </p:cNvPr>
          <p:cNvSpPr txBox="1"/>
          <p:nvPr/>
        </p:nvSpPr>
        <p:spPr>
          <a:xfrm>
            <a:off x="586416" y="1061564"/>
            <a:ext cx="8818062" cy="584775"/>
          </a:xfrm>
          <a:prstGeom prst="rect">
            <a:avLst/>
          </a:prstGeom>
          <a:noFill/>
        </p:spPr>
        <p:txBody>
          <a:bodyPr wrap="square" rtlCol="0">
            <a:spAutoFit/>
          </a:bodyPr>
          <a:lstStyle/>
          <a:p>
            <a:r>
              <a:rPr lang="en-US" sz="3200" b="1"/>
              <a:t>Software Architecture (Front End vs. Back End)</a:t>
            </a:r>
          </a:p>
        </p:txBody>
      </p:sp>
      <p:graphicFrame>
        <p:nvGraphicFramePr>
          <p:cNvPr id="15" name="TextBox 10">
            <a:extLst>
              <a:ext uri="{FF2B5EF4-FFF2-40B4-BE49-F238E27FC236}">
                <a16:creationId xmlns:a16="http://schemas.microsoft.com/office/drawing/2014/main" id="{C623AD08-F524-39F0-C604-05D08E48DBE9}"/>
              </a:ext>
            </a:extLst>
          </p:cNvPr>
          <p:cNvGraphicFramePr/>
          <p:nvPr>
            <p:extLst>
              <p:ext uri="{D42A27DB-BD31-4B8C-83A1-F6EECF244321}">
                <p14:modId xmlns:p14="http://schemas.microsoft.com/office/powerpoint/2010/main" val="789410689"/>
              </p:ext>
            </p:extLst>
          </p:nvPr>
        </p:nvGraphicFramePr>
        <p:xfrm>
          <a:off x="505272" y="3705131"/>
          <a:ext cx="11181456" cy="26895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3505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12C06-561A-0A1E-D4DC-A20B455FA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7A41D-306E-0117-3BA7-A350D4DC4F68}"/>
              </a:ext>
            </a:extLst>
          </p:cNvPr>
          <p:cNvSpPr>
            <a:spLocks noGrp="1"/>
          </p:cNvSpPr>
          <p:nvPr>
            <p:ph type="title"/>
          </p:nvPr>
        </p:nvSpPr>
        <p:spPr/>
        <p:txBody>
          <a:bodyPr/>
          <a:lstStyle/>
          <a:p>
            <a:r>
              <a:rPr lang="en-US"/>
              <a:t>Team Members and Task Assignments</a:t>
            </a:r>
          </a:p>
        </p:txBody>
      </p:sp>
      <p:graphicFrame>
        <p:nvGraphicFramePr>
          <p:cNvPr id="8" name="内容占位符 7">
            <a:extLst>
              <a:ext uri="{FF2B5EF4-FFF2-40B4-BE49-F238E27FC236}">
                <a16:creationId xmlns:a16="http://schemas.microsoft.com/office/drawing/2014/main" id="{E925502B-1727-AADB-8B56-04A8C3100CD7}"/>
              </a:ext>
            </a:extLst>
          </p:cNvPr>
          <p:cNvGraphicFramePr>
            <a:graphicFrameLocks noGrp="1"/>
          </p:cNvGraphicFramePr>
          <p:nvPr>
            <p:ph idx="1"/>
            <p:extLst>
              <p:ext uri="{D42A27DB-BD31-4B8C-83A1-F6EECF244321}">
                <p14:modId xmlns:p14="http://schemas.microsoft.com/office/powerpoint/2010/main" val="2307933002"/>
              </p:ext>
            </p:extLst>
          </p:nvPr>
        </p:nvGraphicFramePr>
        <p:xfrm>
          <a:off x="698500" y="2374900"/>
          <a:ext cx="10832466" cy="3391162"/>
        </p:xfrm>
        <a:graphic>
          <a:graphicData uri="http://schemas.openxmlformats.org/drawingml/2006/table">
            <a:tbl>
              <a:tblPr firstRow="1" bandRow="1">
                <a:tableStyleId>{5C22544A-7EE6-4342-B048-85BDC9FD1C3A}</a:tableStyleId>
              </a:tblPr>
              <a:tblGrid>
                <a:gridCol w="2732689">
                  <a:extLst>
                    <a:ext uri="{9D8B030D-6E8A-4147-A177-3AD203B41FA5}">
                      <a16:colId xmlns:a16="http://schemas.microsoft.com/office/drawing/2014/main" val="576033050"/>
                    </a:ext>
                  </a:extLst>
                </a:gridCol>
                <a:gridCol w="8099777">
                  <a:extLst>
                    <a:ext uri="{9D8B030D-6E8A-4147-A177-3AD203B41FA5}">
                      <a16:colId xmlns:a16="http://schemas.microsoft.com/office/drawing/2014/main" val="1571660397"/>
                    </a:ext>
                  </a:extLst>
                </a:gridCol>
              </a:tblGrid>
              <a:tr h="624051">
                <a:tc>
                  <a:txBody>
                    <a:bodyPr/>
                    <a:lstStyle/>
                    <a:p>
                      <a:pPr lvl="0" algn="ctr">
                        <a:buNone/>
                      </a:pPr>
                      <a:r>
                        <a:rPr lang="en-US" sz="2800" b="1" i="0" u="none" strike="noStrike" noProof="0">
                          <a:solidFill>
                            <a:schemeClr val="bg1"/>
                          </a:solidFill>
                          <a:latin typeface="Grandview Display"/>
                        </a:rPr>
                        <a:t>Team Member</a:t>
                      </a:r>
                      <a:endParaRPr lang="en-US" sz="2800" b="1">
                        <a:solidFill>
                          <a:schemeClr val="bg1"/>
                        </a:solidFill>
                        <a:latin typeface="Grandview Display"/>
                      </a:endParaRPr>
                    </a:p>
                  </a:txBody>
                  <a:tcPr anchor="ctr"/>
                </a:tc>
                <a:tc>
                  <a:txBody>
                    <a:bodyPr/>
                    <a:lstStyle/>
                    <a:p>
                      <a:pPr lvl="0" algn="ctr">
                        <a:lnSpc>
                          <a:spcPct val="100000"/>
                        </a:lnSpc>
                        <a:spcBef>
                          <a:spcPts val="0"/>
                        </a:spcBef>
                        <a:spcAft>
                          <a:spcPts val="0"/>
                        </a:spcAft>
                        <a:buNone/>
                      </a:pPr>
                      <a:r>
                        <a:rPr lang="en-US" altLang="zh-CN" sz="2800" b="1" i="0" u="none" strike="noStrike" noProof="0">
                          <a:solidFill>
                            <a:schemeClr val="bg1"/>
                          </a:solidFill>
                          <a:latin typeface="Grandview Display"/>
                        </a:rPr>
                        <a:t>Responsibilities</a:t>
                      </a:r>
                      <a:endParaRPr lang="zh-CN" sz="2800" b="1">
                        <a:solidFill>
                          <a:schemeClr val="bg1"/>
                        </a:solidFill>
                      </a:endParaRPr>
                    </a:p>
                  </a:txBody>
                  <a:tcPr anchor="ctr"/>
                </a:tc>
                <a:extLst>
                  <a:ext uri="{0D108BD9-81ED-4DB2-BD59-A6C34878D82A}">
                    <a16:rowId xmlns:a16="http://schemas.microsoft.com/office/drawing/2014/main" val="3435252251"/>
                  </a:ext>
                </a:extLst>
              </a:tr>
              <a:tr h="755431">
                <a:tc>
                  <a:txBody>
                    <a:bodyPr/>
                    <a:lstStyle/>
                    <a:p>
                      <a:pPr lvl="0" algn="ctr">
                        <a:buNone/>
                      </a:pPr>
                      <a:r>
                        <a:rPr lang="zh-CN" sz="2400" b="1" i="0" u="none" strike="noStrike" noProof="0">
                          <a:latin typeface="Grandview Display"/>
                        </a:rPr>
                        <a:t>David</a:t>
                      </a:r>
                      <a:endParaRPr lang="en-US" altLang="zh-CN" sz="2400" b="1">
                        <a:latin typeface="Grandview Display"/>
                      </a:endParaRPr>
                    </a:p>
                  </a:txBody>
                  <a:tcPr anchor="ctr"/>
                </a:tc>
                <a:tc>
                  <a:txBody>
                    <a:bodyPr/>
                    <a:lstStyle/>
                    <a:p>
                      <a:pPr lvl="0">
                        <a:buNone/>
                      </a:pPr>
                      <a:r>
                        <a:rPr lang="zh-CN" sz="2000" b="0" i="0" u="none" strike="noStrike" noProof="0">
                          <a:solidFill>
                            <a:schemeClr val="tx1"/>
                          </a:solidFill>
                          <a:latin typeface="Grandview Display"/>
                        </a:rPr>
                        <a:t>Implement core </a:t>
                      </a:r>
                      <a:r>
                        <a:rPr lang="zh-CN" sz="2000" b="1" i="0" u="none" strike="noStrike" noProof="0">
                          <a:solidFill>
                            <a:schemeClr val="tx1"/>
                          </a:solidFill>
                          <a:latin typeface="Grandview Display"/>
                        </a:rPr>
                        <a:t>game engine</a:t>
                      </a:r>
                      <a:r>
                        <a:rPr lang="zh-CN" sz="2000" b="0" i="0" u="none" strike="noStrike" noProof="0">
                          <a:solidFill>
                            <a:schemeClr val="tx1"/>
                          </a:solidFill>
                          <a:latin typeface="Grandview Display"/>
                        </a:rPr>
                        <a:t>: main loop, timing control, and keyboard input handling. Manage overall project integration and testing.</a:t>
                      </a:r>
                      <a:endParaRPr lang="en-US" altLang="zh-CN" sz="2000">
                        <a:solidFill>
                          <a:schemeClr val="tx1"/>
                        </a:solidFill>
                        <a:latin typeface="Grandview Display"/>
                      </a:endParaRPr>
                    </a:p>
                  </a:txBody>
                  <a:tcPr/>
                </a:tc>
                <a:extLst>
                  <a:ext uri="{0D108BD9-81ED-4DB2-BD59-A6C34878D82A}">
                    <a16:rowId xmlns:a16="http://schemas.microsoft.com/office/drawing/2014/main" val="1072117934"/>
                  </a:ext>
                </a:extLst>
              </a:tr>
              <a:tr h="594301">
                <a:tc>
                  <a:txBody>
                    <a:bodyPr/>
                    <a:lstStyle/>
                    <a:p>
                      <a:pPr lvl="0" algn="ctr">
                        <a:buNone/>
                      </a:pPr>
                      <a:r>
                        <a:rPr lang="en-US" altLang="zh-CN" sz="2400" b="1" i="0" u="none" strike="noStrike" noProof="0">
                          <a:latin typeface="Grandview Display"/>
                        </a:rPr>
                        <a:t>Spade</a:t>
                      </a:r>
                      <a:endParaRPr lang="en-US" altLang="zh-CN" sz="2400" b="1">
                        <a:latin typeface="Grandview Display"/>
                      </a:endParaRPr>
                    </a:p>
                  </a:txBody>
                  <a:tcPr anchor="ctr"/>
                </a:tc>
                <a:tc>
                  <a:txBody>
                    <a:bodyPr/>
                    <a:lstStyle/>
                    <a:p>
                      <a:pPr lvl="0" algn="l">
                        <a:lnSpc>
                          <a:spcPct val="100000"/>
                        </a:lnSpc>
                        <a:spcBef>
                          <a:spcPts val="0"/>
                        </a:spcBef>
                        <a:spcAft>
                          <a:spcPts val="0"/>
                        </a:spcAft>
                        <a:buNone/>
                      </a:pPr>
                      <a:r>
                        <a:rPr lang="zh-CN" sz="2000">
                          <a:latin typeface="Grandview Display"/>
                        </a:rPr>
                        <a:t>Develop </a:t>
                      </a:r>
                      <a:r>
                        <a:rPr lang="zh-CN" sz="2000" b="1">
                          <a:latin typeface="Grandview Display"/>
                        </a:rPr>
                        <a:t>Snake</a:t>
                      </a:r>
                      <a:r>
                        <a:rPr lang="zh-CN" sz="2000">
                          <a:latin typeface="Grandview Display"/>
                        </a:rPr>
                        <a:t> and </a:t>
                      </a:r>
                      <a:r>
                        <a:rPr lang="zh-CN" sz="2000" b="1">
                          <a:latin typeface="Grandview Display"/>
                        </a:rPr>
                        <a:t>Food</a:t>
                      </a:r>
                      <a:r>
                        <a:rPr lang="zh-CN" sz="2000">
                          <a:latin typeface="Grandview Display"/>
                        </a:rPr>
                        <a:t> classes, including movement logic, collision detection, and food spawning algorithm. Ensure OOP encapsulation and data structure management.</a:t>
                      </a:r>
                      <a:endParaRPr lang="en-US" altLang="zh-CN" sz="2000">
                        <a:latin typeface="Grandview Display"/>
                      </a:endParaRPr>
                    </a:p>
                  </a:txBody>
                  <a:tcPr/>
                </a:tc>
                <a:extLst>
                  <a:ext uri="{0D108BD9-81ED-4DB2-BD59-A6C34878D82A}">
                    <a16:rowId xmlns:a16="http://schemas.microsoft.com/office/drawing/2014/main" val="2886674561"/>
                  </a:ext>
                </a:extLst>
              </a:tr>
              <a:tr h="594301">
                <a:tc>
                  <a:txBody>
                    <a:bodyPr/>
                    <a:lstStyle/>
                    <a:p>
                      <a:pPr lvl="0" algn="ctr">
                        <a:buNone/>
                      </a:pPr>
                      <a:r>
                        <a:rPr lang="zh-CN" sz="2400" b="1" i="0" u="none" strike="noStrike" noProof="0">
                          <a:latin typeface="Grandview Display"/>
                        </a:rPr>
                        <a:t>Brian</a:t>
                      </a:r>
                      <a:endParaRPr lang="en-US" altLang="zh-CN" sz="2400" b="1">
                        <a:latin typeface="Grandview Display"/>
                      </a:endParaRPr>
                    </a:p>
                  </a:txBody>
                  <a:tcPr anchor="ctr"/>
                </a:tc>
                <a:tc>
                  <a:txBody>
                    <a:bodyPr/>
                    <a:lstStyle/>
                    <a:p>
                      <a:pPr lvl="0" algn="l">
                        <a:lnSpc>
                          <a:spcPct val="100000"/>
                        </a:lnSpc>
                        <a:spcBef>
                          <a:spcPts val="0"/>
                        </a:spcBef>
                        <a:spcAft>
                          <a:spcPts val="0"/>
                        </a:spcAft>
                        <a:buNone/>
                      </a:pPr>
                      <a:r>
                        <a:rPr lang="zh-CN" sz="2000">
                          <a:latin typeface="Grandview Display"/>
                        </a:rPr>
                        <a:t>Handle </a:t>
                      </a:r>
                      <a:r>
                        <a:rPr lang="zh-CN" sz="2000" b="1">
                          <a:latin typeface="Grandview Display"/>
                        </a:rPr>
                        <a:t>UI rendering</a:t>
                      </a:r>
                      <a:r>
                        <a:rPr lang="zh-CN" sz="2000">
                          <a:latin typeface="Grandview Display"/>
                        </a:rPr>
                        <a:t> and score tracking. Design ASCII-based visual layout, implement scoring system, and assist with final debugging and presentation slides.</a:t>
                      </a:r>
                      <a:endParaRPr lang="en-US" altLang="zh-CN" sz="2000">
                        <a:latin typeface="Grandview Display"/>
                      </a:endParaRPr>
                    </a:p>
                  </a:txBody>
                  <a:tcPr/>
                </a:tc>
                <a:extLst>
                  <a:ext uri="{0D108BD9-81ED-4DB2-BD59-A6C34878D82A}">
                    <a16:rowId xmlns:a16="http://schemas.microsoft.com/office/drawing/2014/main" val="1516248333"/>
                  </a:ext>
                </a:extLst>
              </a:tr>
            </a:tbl>
          </a:graphicData>
        </a:graphic>
      </p:graphicFrame>
    </p:spTree>
    <p:extLst>
      <p:ext uri="{BB962C8B-B14F-4D97-AF65-F5344CB8AC3E}">
        <p14:creationId xmlns:p14="http://schemas.microsoft.com/office/powerpoint/2010/main" val="407068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ABCB4D-5303-7E8F-D332-A1FB015CF1DC}"/>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D0FE90-2B69-84C9-1825-2DFD337F0692}"/>
              </a:ext>
            </a:extLst>
          </p:cNvPr>
          <p:cNvSpPr>
            <a:spLocks noGrp="1"/>
          </p:cNvSpPr>
          <p:nvPr>
            <p:ph type="title"/>
          </p:nvPr>
        </p:nvSpPr>
        <p:spPr>
          <a:xfrm>
            <a:off x="915924" y="1307985"/>
            <a:ext cx="10360152" cy="739498"/>
          </a:xfrm>
        </p:spPr>
        <p:txBody>
          <a:bodyPr>
            <a:normAutofit/>
          </a:bodyPr>
          <a:lstStyle/>
          <a:p>
            <a:r>
              <a:rPr lang="en-US"/>
              <a:t>Deliverables and Timeline</a:t>
            </a:r>
          </a:p>
        </p:txBody>
      </p:sp>
      <p:cxnSp>
        <p:nvCxnSpPr>
          <p:cNvPr id="12" name="Straight Connector 11">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4">
            <a:extLst>
              <a:ext uri="{FF2B5EF4-FFF2-40B4-BE49-F238E27FC236}">
                <a16:creationId xmlns:a16="http://schemas.microsoft.com/office/drawing/2014/main" id="{7AD7DBCA-2D48-94B6-AA70-EBDF57C691C9}"/>
              </a:ext>
            </a:extLst>
          </p:cNvPr>
          <p:cNvGraphicFramePr>
            <a:graphicFrameLocks noGrp="1"/>
          </p:cNvGraphicFramePr>
          <p:nvPr>
            <p:ph idx="1"/>
            <p:extLst>
              <p:ext uri="{D42A27DB-BD31-4B8C-83A1-F6EECF244321}">
                <p14:modId xmlns:p14="http://schemas.microsoft.com/office/powerpoint/2010/main" val="585180533"/>
              </p:ext>
            </p:extLst>
          </p:nvPr>
        </p:nvGraphicFramePr>
        <p:xfrm>
          <a:off x="0" y="2187822"/>
          <a:ext cx="12191999" cy="4225576"/>
        </p:xfrm>
        <a:graphic>
          <a:graphicData uri="http://schemas.openxmlformats.org/drawingml/2006/table">
            <a:tbl>
              <a:tblPr firstRow="1" bandRow="1">
                <a:tableStyleId>{5C22544A-7EE6-4342-B048-85BDC9FD1C3A}</a:tableStyleId>
              </a:tblPr>
              <a:tblGrid>
                <a:gridCol w="1852448">
                  <a:extLst>
                    <a:ext uri="{9D8B030D-6E8A-4147-A177-3AD203B41FA5}">
                      <a16:colId xmlns:a16="http://schemas.microsoft.com/office/drawing/2014/main" val="3649127584"/>
                    </a:ext>
                  </a:extLst>
                </a:gridCol>
                <a:gridCol w="4710737">
                  <a:extLst>
                    <a:ext uri="{9D8B030D-6E8A-4147-A177-3AD203B41FA5}">
                      <a16:colId xmlns:a16="http://schemas.microsoft.com/office/drawing/2014/main" val="3162632805"/>
                    </a:ext>
                  </a:extLst>
                </a:gridCol>
                <a:gridCol w="5628814">
                  <a:extLst>
                    <a:ext uri="{9D8B030D-6E8A-4147-A177-3AD203B41FA5}">
                      <a16:colId xmlns:a16="http://schemas.microsoft.com/office/drawing/2014/main" val="903661005"/>
                    </a:ext>
                  </a:extLst>
                </a:gridCol>
              </a:tblGrid>
              <a:tr h="480112">
                <a:tc>
                  <a:txBody>
                    <a:bodyPr/>
                    <a:lstStyle/>
                    <a:p>
                      <a:pPr algn="ctr"/>
                      <a:r>
                        <a:rPr lang="en-US" sz="2000"/>
                        <a:t>Week</a:t>
                      </a:r>
                    </a:p>
                  </a:txBody>
                  <a:tcPr marL="86223" marR="86223" marT="43112" marB="43112" anchor="ctr"/>
                </a:tc>
                <a:tc>
                  <a:txBody>
                    <a:bodyPr/>
                    <a:lstStyle/>
                    <a:p>
                      <a:pPr algn="ctr"/>
                      <a:r>
                        <a:rPr lang="en-US" sz="2000"/>
                        <a:t>Deliverables</a:t>
                      </a:r>
                    </a:p>
                  </a:txBody>
                  <a:tcPr marL="86223" marR="86223" marT="43112" marB="43112" anchor="ctr"/>
                </a:tc>
                <a:tc>
                  <a:txBody>
                    <a:bodyPr/>
                    <a:lstStyle/>
                    <a:p>
                      <a:pPr algn="ctr"/>
                      <a:r>
                        <a:rPr lang="en-US" sz="2000"/>
                        <a:t>Details</a:t>
                      </a:r>
                    </a:p>
                  </a:txBody>
                  <a:tcPr marL="86223" marR="86223" marT="43112" marB="43112" anchor="ctr"/>
                </a:tc>
                <a:extLst>
                  <a:ext uri="{0D108BD9-81ED-4DB2-BD59-A6C34878D82A}">
                    <a16:rowId xmlns:a16="http://schemas.microsoft.com/office/drawing/2014/main" val="557580415"/>
                  </a:ext>
                </a:extLst>
              </a:tr>
              <a:tr h="696310">
                <a:tc>
                  <a:txBody>
                    <a:bodyPr/>
                    <a:lstStyle/>
                    <a:p>
                      <a:pPr algn="ctr"/>
                      <a:r>
                        <a:rPr lang="en-US" sz="2000"/>
                        <a:t>Week 1</a:t>
                      </a:r>
                    </a:p>
                  </a:txBody>
                  <a:tcPr marL="86223" marR="86223" marT="43112" marB="43112" anchor="ctr"/>
                </a:tc>
                <a:tc>
                  <a:txBody>
                    <a:bodyPr/>
                    <a:lstStyle/>
                    <a:p>
                      <a:pPr algn="ctr"/>
                      <a:r>
                        <a:rPr lang="en-US" sz="2000"/>
                        <a:t>Proposal &amp; Design</a:t>
                      </a:r>
                    </a:p>
                  </a:txBody>
                  <a:tcPr marL="86223" marR="86223" marT="43112" marB="43112" anchor="ctr"/>
                </a:tc>
                <a:tc>
                  <a:txBody>
                    <a:bodyPr/>
                    <a:lstStyle/>
                    <a:p>
                      <a:pPr algn="l"/>
                      <a:r>
                        <a:rPr lang="en-US" sz="2000"/>
                        <a:t>Finalize the class diagram, select the graphics library, and assign tasks.</a:t>
                      </a:r>
                    </a:p>
                  </a:txBody>
                  <a:tcPr marL="86223" marR="86223" marT="43112" marB="43112" anchor="ctr"/>
                </a:tc>
                <a:extLst>
                  <a:ext uri="{0D108BD9-81ED-4DB2-BD59-A6C34878D82A}">
                    <a16:rowId xmlns:a16="http://schemas.microsoft.com/office/drawing/2014/main" val="3888085945"/>
                  </a:ext>
                </a:extLst>
              </a:tr>
              <a:tr h="696310">
                <a:tc>
                  <a:txBody>
                    <a:bodyPr/>
                    <a:lstStyle/>
                    <a:p>
                      <a:pPr algn="ctr"/>
                      <a:r>
                        <a:rPr lang="en-US" sz="2000"/>
                        <a:t>Week 2</a:t>
                      </a:r>
                    </a:p>
                  </a:txBody>
                  <a:tcPr marL="86223" marR="86223" marT="43112" marB="43112" anchor="ctr"/>
                </a:tc>
                <a:tc>
                  <a:txBody>
                    <a:bodyPr/>
                    <a:lstStyle/>
                    <a:p>
                      <a:pPr algn="ctr"/>
                      <a:r>
                        <a:rPr lang="en-US" sz="2000"/>
                        <a:t>Basic Implementation</a:t>
                      </a:r>
                    </a:p>
                  </a:txBody>
                  <a:tcPr marL="86223" marR="86223" marT="43112" marB="43112" anchor="ctr"/>
                </a:tc>
                <a:tc>
                  <a:txBody>
                    <a:bodyPr/>
                    <a:lstStyle/>
                    <a:p>
                      <a:pPr algn="l"/>
                      <a:r>
                        <a:rPr lang="en-US" sz="2000"/>
                        <a:t>Snake Movement, Food Generation, Basic Rendering</a:t>
                      </a:r>
                    </a:p>
                  </a:txBody>
                  <a:tcPr marL="86223" marR="86223" marT="43112" marB="43112" anchor="ctr"/>
                </a:tc>
                <a:extLst>
                  <a:ext uri="{0D108BD9-81ED-4DB2-BD59-A6C34878D82A}">
                    <a16:rowId xmlns:a16="http://schemas.microsoft.com/office/drawing/2014/main" val="538517157"/>
                  </a:ext>
                </a:extLst>
              </a:tr>
              <a:tr h="696310">
                <a:tc>
                  <a:txBody>
                    <a:bodyPr/>
                    <a:lstStyle/>
                    <a:p>
                      <a:pPr algn="ctr"/>
                      <a:r>
                        <a:rPr lang="en-US" sz="2000"/>
                        <a:t>Week 3</a:t>
                      </a:r>
                    </a:p>
                  </a:txBody>
                  <a:tcPr marL="86223" marR="86223" marT="43112" marB="43112" anchor="ctr"/>
                </a:tc>
                <a:tc>
                  <a:txBody>
                    <a:bodyPr/>
                    <a:lstStyle/>
                    <a:p>
                      <a:pPr algn="ctr"/>
                      <a:r>
                        <a:rPr lang="en-US" sz="2000"/>
                        <a:t>Game Logic</a:t>
                      </a:r>
                    </a:p>
                  </a:txBody>
                  <a:tcPr marL="86223" marR="86223" marT="43112" marB="43112" anchor="ctr"/>
                </a:tc>
                <a:tc>
                  <a:txBody>
                    <a:bodyPr/>
                    <a:lstStyle/>
                    <a:p>
                      <a:pPr algn="l"/>
                      <a:r>
                        <a:rPr lang="en-US" sz="2000"/>
                        <a:t>Collision Detection, Scoring, Game Over Conditions</a:t>
                      </a:r>
                    </a:p>
                  </a:txBody>
                  <a:tcPr marL="86223" marR="86223" marT="43112" marB="43112" anchor="ctr"/>
                </a:tc>
                <a:extLst>
                  <a:ext uri="{0D108BD9-81ED-4DB2-BD59-A6C34878D82A}">
                    <a16:rowId xmlns:a16="http://schemas.microsoft.com/office/drawing/2014/main" val="3305874039"/>
                  </a:ext>
                </a:extLst>
              </a:tr>
              <a:tr h="696310">
                <a:tc>
                  <a:txBody>
                    <a:bodyPr/>
                    <a:lstStyle/>
                    <a:p>
                      <a:pPr algn="ctr"/>
                      <a:r>
                        <a:rPr lang="en-US" sz="2000"/>
                        <a:t>Week 4</a:t>
                      </a:r>
                    </a:p>
                  </a:txBody>
                  <a:tcPr marL="86223" marR="86223" marT="43112" marB="43112" anchor="ctr"/>
                </a:tc>
                <a:tc>
                  <a:txBody>
                    <a:bodyPr/>
                    <a:lstStyle/>
                    <a:p>
                      <a:pPr algn="ctr"/>
                      <a:r>
                        <a:rPr lang="en-US" sz="2000"/>
                        <a:t>Polish</a:t>
                      </a:r>
                    </a:p>
                  </a:txBody>
                  <a:tcPr marL="86223" marR="86223" marT="43112" marB="43112" anchor="ctr"/>
                </a:tc>
                <a:tc>
                  <a:txBody>
                    <a:bodyPr/>
                    <a:lstStyle/>
                    <a:p>
                      <a:pPr algn="l"/>
                      <a:r>
                        <a:rPr lang="en-US" altLang="zh-CN" sz="2000"/>
                        <a:t>UI </a:t>
                      </a:r>
                      <a:r>
                        <a:rPr lang="en-US" sz="2000"/>
                        <a:t>improvements, optimized visual effects, features</a:t>
                      </a:r>
                    </a:p>
                  </a:txBody>
                  <a:tcPr marL="86223" marR="86223" marT="43112" marB="43112" anchor="ctr"/>
                </a:tc>
                <a:extLst>
                  <a:ext uri="{0D108BD9-81ED-4DB2-BD59-A6C34878D82A}">
                    <a16:rowId xmlns:a16="http://schemas.microsoft.com/office/drawing/2014/main" val="1155463092"/>
                  </a:ext>
                </a:extLst>
              </a:tr>
              <a:tr h="480112">
                <a:tc>
                  <a:txBody>
                    <a:bodyPr/>
                    <a:lstStyle/>
                    <a:p>
                      <a:pPr algn="ctr"/>
                      <a:r>
                        <a:rPr lang="en-US" sz="2000"/>
                        <a:t>Week 5</a:t>
                      </a:r>
                    </a:p>
                  </a:txBody>
                  <a:tcPr marL="86223" marR="86223" marT="43112" marB="43112" anchor="ctr"/>
                </a:tc>
                <a:tc>
                  <a:txBody>
                    <a:bodyPr/>
                    <a:lstStyle/>
                    <a:p>
                      <a:pPr algn="ctr"/>
                      <a:r>
                        <a:rPr lang="en-US" sz="2000"/>
                        <a:t>Testing &amp; Documentation</a:t>
                      </a:r>
                    </a:p>
                  </a:txBody>
                  <a:tcPr marL="86223" marR="86223" marT="43112" marB="43112" anchor="ctr"/>
                </a:tc>
                <a:tc>
                  <a:txBody>
                    <a:bodyPr/>
                    <a:lstStyle/>
                    <a:p>
                      <a:pPr algn="l"/>
                      <a:r>
                        <a:rPr lang="en-US" sz="2000"/>
                        <a:t>Debugging, code cleanup, final report</a:t>
                      </a:r>
                    </a:p>
                  </a:txBody>
                  <a:tcPr marL="86223" marR="86223" marT="43112" marB="43112" anchor="ctr"/>
                </a:tc>
                <a:extLst>
                  <a:ext uri="{0D108BD9-81ED-4DB2-BD59-A6C34878D82A}">
                    <a16:rowId xmlns:a16="http://schemas.microsoft.com/office/drawing/2014/main" val="1812429108"/>
                  </a:ext>
                </a:extLst>
              </a:tr>
              <a:tr h="480112">
                <a:tc>
                  <a:txBody>
                    <a:bodyPr/>
                    <a:lstStyle/>
                    <a:p>
                      <a:pPr algn="ctr"/>
                      <a:r>
                        <a:rPr lang="en-US" sz="2000"/>
                        <a:t>Week 6</a:t>
                      </a:r>
                    </a:p>
                  </a:txBody>
                  <a:tcPr marL="86223" marR="86223" marT="43112" marB="43112" anchor="ctr"/>
                </a:tc>
                <a:tc>
                  <a:txBody>
                    <a:bodyPr/>
                    <a:lstStyle/>
                    <a:p>
                      <a:pPr algn="ctr"/>
                      <a:r>
                        <a:rPr lang="en-US" sz="2000"/>
                        <a:t>Final Presentation</a:t>
                      </a:r>
                    </a:p>
                  </a:txBody>
                  <a:tcPr marL="86223" marR="86223" marT="43112" marB="43112" anchor="ctr"/>
                </a:tc>
                <a:tc>
                  <a:txBody>
                    <a:bodyPr/>
                    <a:lstStyle/>
                    <a:p>
                      <a:pPr algn="l"/>
                      <a:r>
                        <a:rPr lang="en-US" sz="2000"/>
                        <a:t>Demo game, presentation, lessons learned</a:t>
                      </a:r>
                    </a:p>
                  </a:txBody>
                  <a:tcPr marL="86223" marR="86223" marT="43112" marB="43112" anchor="ctr"/>
                </a:tc>
                <a:extLst>
                  <a:ext uri="{0D108BD9-81ED-4DB2-BD59-A6C34878D82A}">
                    <a16:rowId xmlns:a16="http://schemas.microsoft.com/office/drawing/2014/main" val="2404866601"/>
                  </a:ext>
                </a:extLst>
              </a:tr>
            </a:tbl>
          </a:graphicData>
        </a:graphic>
      </p:graphicFrame>
    </p:spTree>
    <p:extLst>
      <p:ext uri="{BB962C8B-B14F-4D97-AF65-F5344CB8AC3E}">
        <p14:creationId xmlns:p14="http://schemas.microsoft.com/office/powerpoint/2010/main" val="874053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84417-7AB6-94CA-E6E4-FAEC2AA9C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8040C-930F-0B7C-FB3E-11D752C16434}"/>
              </a:ext>
            </a:extLst>
          </p:cNvPr>
          <p:cNvSpPr>
            <a:spLocks noGrp="1"/>
          </p:cNvSpPr>
          <p:nvPr>
            <p:ph type="title"/>
          </p:nvPr>
        </p:nvSpPr>
        <p:spPr/>
        <p:txBody>
          <a:bodyPr/>
          <a:lstStyle/>
          <a:p>
            <a:r>
              <a:rPr lang="en-US"/>
              <a:t>References </a:t>
            </a:r>
          </a:p>
        </p:txBody>
      </p:sp>
      <p:sp>
        <p:nvSpPr>
          <p:cNvPr id="3" name="Content Placeholder 2">
            <a:extLst>
              <a:ext uri="{FF2B5EF4-FFF2-40B4-BE49-F238E27FC236}">
                <a16:creationId xmlns:a16="http://schemas.microsoft.com/office/drawing/2014/main" id="{F1274728-2A5E-C72A-296A-5D35673D5211}"/>
              </a:ext>
            </a:extLst>
          </p:cNvPr>
          <p:cNvSpPr>
            <a:spLocks noGrp="1"/>
          </p:cNvSpPr>
          <p:nvPr>
            <p:ph idx="1"/>
          </p:nvPr>
        </p:nvSpPr>
        <p:spPr/>
        <p:txBody>
          <a:bodyPr vert="horz" lIns="91440" tIns="45720" rIns="91440" bIns="45720" rtlCol="0" anchor="t">
            <a:normAutofit/>
          </a:bodyPr>
          <a:lstStyle/>
          <a:p>
            <a:r>
              <a:rPr lang="en-US" sz="2400" i="1" err="1">
                <a:ea typeface="+mn-lt"/>
                <a:cs typeface="+mn-lt"/>
              </a:rPr>
              <a:t>GeeksforGeeks</a:t>
            </a:r>
            <a:r>
              <a:rPr lang="en-US" sz="2400" i="1">
                <a:ea typeface="+mn-lt"/>
                <a:cs typeface="+mn-lt"/>
              </a:rPr>
              <a:t> – How to Build a Simple Snake Game in C++ (Console Version)</a:t>
            </a:r>
            <a:endParaRPr lang="en-US" sz="2400" i="1"/>
          </a:p>
          <a:p>
            <a:r>
              <a:rPr lang="en-US" sz="2400" i="1">
                <a:ea typeface="+mn-lt"/>
                <a:cs typeface="+mn-lt"/>
              </a:rPr>
              <a:t>cplusplus.com – Reference Documentation for STL Containers and </a:t>
            </a:r>
            <a:r>
              <a:rPr lang="en-US" sz="2400" i="1">
                <a:latin typeface="Grandview Display"/>
              </a:rPr>
              <a:t>&lt;chrono&gt;</a:t>
            </a:r>
            <a:r>
              <a:rPr lang="en-US" sz="2400" i="1">
                <a:ea typeface="+mn-lt"/>
                <a:cs typeface="+mn-lt"/>
              </a:rPr>
              <a:t> Library</a:t>
            </a:r>
            <a:endParaRPr lang="en-US" sz="2400" i="1"/>
          </a:p>
          <a:p>
            <a:r>
              <a:rPr lang="en-US" sz="2400" i="1">
                <a:ea typeface="+mn-lt"/>
                <a:cs typeface="+mn-lt"/>
              </a:rPr>
              <a:t>SFML Documentation – For future graphical extensions and rendering ideas</a:t>
            </a:r>
            <a:endParaRPr lang="en-US" sz="2400" i="1"/>
          </a:p>
          <a:p>
            <a:r>
              <a:rPr lang="en-US" sz="2400" i="1">
                <a:ea typeface="+mn-lt"/>
                <a:cs typeface="+mn-lt"/>
              </a:rPr>
              <a:t>GitHub repository: https://github.com/silence1772/GreedySnake</a:t>
            </a:r>
            <a:endParaRPr lang="en-US" sz="2400" i="1"/>
          </a:p>
          <a:p>
            <a:endParaRPr lang="en-US"/>
          </a:p>
        </p:txBody>
      </p:sp>
    </p:spTree>
    <p:extLst>
      <p:ext uri="{BB962C8B-B14F-4D97-AF65-F5344CB8AC3E}">
        <p14:creationId xmlns:p14="http://schemas.microsoft.com/office/powerpoint/2010/main" val="2348671642"/>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DashVTI</vt:lpstr>
      <vt:lpstr>Create a Snake Game</vt:lpstr>
      <vt:lpstr>Motivation and Objectives</vt:lpstr>
      <vt:lpstr>High-level Design</vt:lpstr>
      <vt:lpstr>Class Design Plan</vt:lpstr>
      <vt:lpstr>PowerPoint Presentation</vt:lpstr>
      <vt:lpstr>Team Members and Task Assignments</vt:lpstr>
      <vt:lpstr>Deliverables and Timeline</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 Brian</dc:creator>
  <cp:revision>1</cp:revision>
  <dcterms:created xsi:type="dcterms:W3CDTF">2025-10-21T22:06:07Z</dcterms:created>
  <dcterms:modified xsi:type="dcterms:W3CDTF">2025-10-28T20:16:39Z</dcterms:modified>
</cp:coreProperties>
</file>